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315" r:id="rId3"/>
    <p:sldId id="316" r:id="rId4"/>
    <p:sldId id="317" r:id="rId5"/>
    <p:sldId id="318" r:id="rId6"/>
    <p:sldId id="319" r:id="rId7"/>
    <p:sldId id="321" r:id="rId8"/>
    <p:sldId id="322" r:id="rId9"/>
    <p:sldId id="323" r:id="rId10"/>
    <p:sldId id="324" r:id="rId11"/>
    <p:sldId id="325" r:id="rId12"/>
    <p:sldId id="326" r:id="rId13"/>
    <p:sldId id="327" r:id="rId14"/>
    <p:sldId id="328" r:id="rId15"/>
    <p:sldId id="329" r:id="rId16"/>
    <p:sldId id="330" r:id="rId17"/>
    <p:sldId id="332" r:id="rId18"/>
    <p:sldId id="333" r:id="rId19"/>
    <p:sldId id="334" r:id="rId20"/>
    <p:sldId id="335" r:id="rId21"/>
    <p:sldId id="336" r:id="rId22"/>
    <p:sldId id="337" r:id="rId23"/>
    <p:sldId id="338" r:id="rId24"/>
    <p:sldId id="339" r:id="rId25"/>
    <p:sldId id="340" r:id="rId26"/>
    <p:sldId id="341" r:id="rId27"/>
    <p:sldId id="342" r:id="rId28"/>
    <p:sldId id="343" r:id="rId29"/>
    <p:sldId id="344" r:id="rId30"/>
    <p:sldId id="345" r:id="rId31"/>
    <p:sldId id="346" r:id="rId32"/>
    <p:sldId id="347" r:id="rId33"/>
    <p:sldId id="348" r:id="rId34"/>
    <p:sldId id="349" r:id="rId35"/>
    <p:sldId id="350" r:id="rId36"/>
    <p:sldId id="351" r:id="rId37"/>
    <p:sldId id="352" r:id="rId38"/>
    <p:sldId id="353" r:id="rId39"/>
    <p:sldId id="354" r:id="rId40"/>
    <p:sldId id="355" r:id="rId41"/>
    <p:sldId id="356" r:id="rId42"/>
    <p:sldId id="357" r:id="rId43"/>
    <p:sldId id="358" r:id="rId44"/>
    <p:sldId id="359" r:id="rId45"/>
    <p:sldId id="36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tags" Target="../tags/tag5.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slideMaster" Target="../slideMasters/slideMaster2.xml"/><Relationship Id="rId4"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slideMaster" Target="../slideMasters/slideMaster2.xml"/><Relationship Id="rId4" Type="http://schemas.openxmlformats.org/officeDocument/2006/relationships/tags" Target="../tags/tag2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slideMaster" Target="../slideMasters/slideMaster2.xml"/><Relationship Id="rId4" Type="http://schemas.openxmlformats.org/officeDocument/2006/relationships/tags" Target="../tags/tag2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71.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slideMaster" Target="../slideMasters/slideMaster2.xml"/><Relationship Id="rId5" Type="http://schemas.openxmlformats.org/officeDocument/2006/relationships/tags" Target="../tags/tag76.xml"/><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slideMaster" Target="../slideMasters/slideMaster2.xml"/><Relationship Id="rId5" Type="http://schemas.openxmlformats.org/officeDocument/2006/relationships/tags" Target="../tags/tag8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99.xml"/><Relationship Id="rId3" Type="http://schemas.openxmlformats.org/officeDocument/2006/relationships/tags" Target="../tags/tag94.xml"/><Relationship Id="rId7" Type="http://schemas.openxmlformats.org/officeDocument/2006/relationships/tags" Target="../tags/tag98.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slideMaster" Target="../slideMasters/slideMaster2.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04.xml"/><Relationship Id="rId7"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4.svg"/><Relationship Id="rId5" Type="http://schemas.openxmlformats.org/officeDocument/2006/relationships/tags" Target="../tags/tag106.xml"/><Relationship Id="rId10" Type="http://schemas.openxmlformats.org/officeDocument/2006/relationships/image" Target="../media/image3.png"/><Relationship Id="rId4" Type="http://schemas.openxmlformats.org/officeDocument/2006/relationships/tags" Target="../tags/tag105.xml"/><Relationship Id="rId9"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Layouts/_rels/slideLayout3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8.sv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7.png"/><Relationship Id="rId5" Type="http://schemas.openxmlformats.org/officeDocument/2006/relationships/tags" Target="../tags/tag123.xml"/><Relationship Id="rId10" Type="http://schemas.openxmlformats.org/officeDocument/2006/relationships/image" Target="../media/image6.svg"/><Relationship Id="rId4" Type="http://schemas.openxmlformats.org/officeDocument/2006/relationships/tags" Target="../tags/tag122.xml"/><Relationship Id="rId9"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8.sv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image" Target="../media/image7.png"/><Relationship Id="rId5" Type="http://schemas.openxmlformats.org/officeDocument/2006/relationships/tags" Target="../tags/tag130.xml"/><Relationship Id="rId10" Type="http://schemas.openxmlformats.org/officeDocument/2006/relationships/image" Target="../media/image6.svg"/><Relationship Id="rId4" Type="http://schemas.openxmlformats.org/officeDocument/2006/relationships/tags" Target="../tags/tag129.xml"/><Relationship Id="rId9"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46.xml"/><Relationship Id="rId3" Type="http://schemas.openxmlformats.org/officeDocument/2006/relationships/tags" Target="../tags/tag141.xml"/><Relationship Id="rId7" Type="http://schemas.openxmlformats.org/officeDocument/2006/relationships/tags" Target="../tags/tag145.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9"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54.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slideMaster" Target="../slideMasters/slideMaster2.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slideMaster" Target="../slideMasters/slideMaster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5" Type="http://schemas.openxmlformats.org/officeDocument/2006/relationships/slideMaster" Target="../slideMasters/slideMaster2.xml"/><Relationship Id="rId4" Type="http://schemas.openxmlformats.org/officeDocument/2006/relationships/tags" Target="../tags/tag175.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slideMaster" Target="../slideMasters/slideMaster2.xml"/><Relationship Id="rId4" Type="http://schemas.openxmlformats.org/officeDocument/2006/relationships/tags" Target="../tags/tag179.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slideMaster" Target="../slideMasters/slideMaster2.xml"/><Relationship Id="rId4" Type="http://schemas.openxmlformats.org/officeDocument/2006/relationships/tags" Target="../tags/tag183.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Master" Target="../slideMasters/slideMaster2.xml"/><Relationship Id="rId4" Type="http://schemas.openxmlformats.org/officeDocument/2006/relationships/tags" Target="../tags/tag187.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195.xml"/><Relationship Id="rId3" Type="http://schemas.openxmlformats.org/officeDocument/2006/relationships/tags" Target="../tags/tag190.xml"/><Relationship Id="rId7" Type="http://schemas.openxmlformats.org/officeDocument/2006/relationships/tags" Target="../tags/tag194.xml"/><Relationship Id="rId12" Type="http://schemas.openxmlformats.org/officeDocument/2006/relationships/slideMaster" Target="../slideMasters/slideMaster2.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5" Type="http://schemas.openxmlformats.org/officeDocument/2006/relationships/tags" Target="../tags/tag192.xml"/><Relationship Id="rId10" Type="http://schemas.openxmlformats.org/officeDocument/2006/relationships/tags" Target="../tags/tag197.xml"/><Relationship Id="rId4" Type="http://schemas.openxmlformats.org/officeDocument/2006/relationships/tags" Target="../tags/tag191.xml"/><Relationship Id="rId9" Type="http://schemas.openxmlformats.org/officeDocument/2006/relationships/tags" Target="../tags/tag196.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206.xml"/><Relationship Id="rId13" Type="http://schemas.openxmlformats.org/officeDocument/2006/relationships/tags" Target="../tags/tag211.xml"/><Relationship Id="rId3" Type="http://schemas.openxmlformats.org/officeDocument/2006/relationships/tags" Target="../tags/tag201.xml"/><Relationship Id="rId7" Type="http://schemas.openxmlformats.org/officeDocument/2006/relationships/tags" Target="../tags/tag205.xml"/><Relationship Id="rId12" Type="http://schemas.openxmlformats.org/officeDocument/2006/relationships/tags" Target="../tags/tag210.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5" Type="http://schemas.openxmlformats.org/officeDocument/2006/relationships/tags" Target="../tags/tag203.xml"/><Relationship Id="rId15" Type="http://schemas.openxmlformats.org/officeDocument/2006/relationships/slideMaster" Target="../slideMasters/slideMaster2.xml"/><Relationship Id="rId10" Type="http://schemas.openxmlformats.org/officeDocument/2006/relationships/tags" Target="../tags/tag208.xml"/><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18" Type="http://schemas.openxmlformats.org/officeDocument/2006/relationships/slideMaster" Target="../slideMasters/slideMaster2.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17" Type="http://schemas.openxmlformats.org/officeDocument/2006/relationships/tags" Target="../tags/tag229.xml"/><Relationship Id="rId2" Type="http://schemas.openxmlformats.org/officeDocument/2006/relationships/tags" Target="../tags/tag214.xml"/><Relationship Id="rId16" Type="http://schemas.openxmlformats.org/officeDocument/2006/relationships/tags" Target="../tags/tag228.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tags" Target="../tags/tag227.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tags" Target="../tags/tag226.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37.xml"/><Relationship Id="rId13" Type="http://schemas.openxmlformats.org/officeDocument/2006/relationships/tags" Target="../tags/tag242.xml"/><Relationship Id="rId18" Type="http://schemas.openxmlformats.org/officeDocument/2006/relationships/tags" Target="../tags/tag247.xml"/><Relationship Id="rId3" Type="http://schemas.openxmlformats.org/officeDocument/2006/relationships/tags" Target="../tags/tag232.xml"/><Relationship Id="rId21" Type="http://schemas.openxmlformats.org/officeDocument/2006/relationships/slideMaster" Target="../slideMasters/slideMaster2.xml"/><Relationship Id="rId7" Type="http://schemas.openxmlformats.org/officeDocument/2006/relationships/tags" Target="../tags/tag236.xml"/><Relationship Id="rId12" Type="http://schemas.openxmlformats.org/officeDocument/2006/relationships/tags" Target="../tags/tag241.xml"/><Relationship Id="rId17" Type="http://schemas.openxmlformats.org/officeDocument/2006/relationships/tags" Target="../tags/tag246.xml"/><Relationship Id="rId2" Type="http://schemas.openxmlformats.org/officeDocument/2006/relationships/tags" Target="../tags/tag231.xml"/><Relationship Id="rId16" Type="http://schemas.openxmlformats.org/officeDocument/2006/relationships/tags" Target="../tags/tag245.xml"/><Relationship Id="rId20" Type="http://schemas.openxmlformats.org/officeDocument/2006/relationships/tags" Target="../tags/tag249.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tags" Target="../tags/tag240.xml"/><Relationship Id="rId5" Type="http://schemas.openxmlformats.org/officeDocument/2006/relationships/tags" Target="../tags/tag234.xml"/><Relationship Id="rId15" Type="http://schemas.openxmlformats.org/officeDocument/2006/relationships/tags" Target="../tags/tag244.xml"/><Relationship Id="rId10" Type="http://schemas.openxmlformats.org/officeDocument/2006/relationships/tags" Target="../tags/tag239.xml"/><Relationship Id="rId19" Type="http://schemas.openxmlformats.org/officeDocument/2006/relationships/tags" Target="../tags/tag248.xml"/><Relationship Id="rId4" Type="http://schemas.openxmlformats.org/officeDocument/2006/relationships/tags" Target="../tags/tag233.xml"/><Relationship Id="rId9" Type="http://schemas.openxmlformats.org/officeDocument/2006/relationships/tags" Target="../tags/tag238.xml"/><Relationship Id="rId14" Type="http://schemas.openxmlformats.org/officeDocument/2006/relationships/tags" Target="../tags/tag243.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257.xml"/><Relationship Id="rId3" Type="http://schemas.openxmlformats.org/officeDocument/2006/relationships/tags" Target="../tags/tag252.xml"/><Relationship Id="rId7" Type="http://schemas.openxmlformats.org/officeDocument/2006/relationships/tags" Target="../tags/tag256.xml"/><Relationship Id="rId12" Type="http://schemas.openxmlformats.org/officeDocument/2006/relationships/slideMaster" Target="../slideMasters/slideMaster2.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tags" Target="../tags/tag255.xml"/><Relationship Id="rId11" Type="http://schemas.openxmlformats.org/officeDocument/2006/relationships/tags" Target="../tags/tag260.xml"/><Relationship Id="rId5" Type="http://schemas.openxmlformats.org/officeDocument/2006/relationships/tags" Target="../tags/tag254.xml"/><Relationship Id="rId10" Type="http://schemas.openxmlformats.org/officeDocument/2006/relationships/tags" Target="../tags/tag259.xml"/><Relationship Id="rId4" Type="http://schemas.openxmlformats.org/officeDocument/2006/relationships/tags" Target="../tags/tag253.xml"/><Relationship Id="rId9" Type="http://schemas.openxmlformats.org/officeDocument/2006/relationships/tags" Target="../tags/tag258.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68.xml"/><Relationship Id="rId13" Type="http://schemas.openxmlformats.org/officeDocument/2006/relationships/tags" Target="../tags/tag273.xml"/><Relationship Id="rId3" Type="http://schemas.openxmlformats.org/officeDocument/2006/relationships/tags" Target="../tags/tag263.xml"/><Relationship Id="rId7" Type="http://schemas.openxmlformats.org/officeDocument/2006/relationships/tags" Target="../tags/tag267.xml"/><Relationship Id="rId12" Type="http://schemas.openxmlformats.org/officeDocument/2006/relationships/tags" Target="../tags/tag272.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tags" Target="../tags/tag271.xml"/><Relationship Id="rId5" Type="http://schemas.openxmlformats.org/officeDocument/2006/relationships/tags" Target="../tags/tag265.xml"/><Relationship Id="rId15" Type="http://schemas.openxmlformats.org/officeDocument/2006/relationships/slideMaster" Target="../slideMasters/slideMaster2.xml"/><Relationship Id="rId10" Type="http://schemas.openxmlformats.org/officeDocument/2006/relationships/tags" Target="../tags/tag270.xml"/><Relationship Id="rId4" Type="http://schemas.openxmlformats.org/officeDocument/2006/relationships/tags" Target="../tags/tag264.xml"/><Relationship Id="rId9" Type="http://schemas.openxmlformats.org/officeDocument/2006/relationships/tags" Target="../tags/tag269.xml"/><Relationship Id="rId14" Type="http://schemas.openxmlformats.org/officeDocument/2006/relationships/tags" Target="../tags/tag274.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82.xml"/><Relationship Id="rId13" Type="http://schemas.openxmlformats.org/officeDocument/2006/relationships/tags" Target="../tags/tag287.xml"/><Relationship Id="rId18" Type="http://schemas.openxmlformats.org/officeDocument/2006/relationships/slideMaster" Target="../slideMasters/slideMaster2.xml"/><Relationship Id="rId3" Type="http://schemas.openxmlformats.org/officeDocument/2006/relationships/tags" Target="../tags/tag277.xml"/><Relationship Id="rId7" Type="http://schemas.openxmlformats.org/officeDocument/2006/relationships/tags" Target="../tags/tag281.xml"/><Relationship Id="rId12" Type="http://schemas.openxmlformats.org/officeDocument/2006/relationships/tags" Target="../tags/tag286.xml"/><Relationship Id="rId17" Type="http://schemas.openxmlformats.org/officeDocument/2006/relationships/tags" Target="../tags/tag291.xml"/><Relationship Id="rId2" Type="http://schemas.openxmlformats.org/officeDocument/2006/relationships/tags" Target="../tags/tag276.xml"/><Relationship Id="rId16" Type="http://schemas.openxmlformats.org/officeDocument/2006/relationships/tags" Target="../tags/tag290.xml"/><Relationship Id="rId1" Type="http://schemas.openxmlformats.org/officeDocument/2006/relationships/tags" Target="../tags/tag275.xml"/><Relationship Id="rId6" Type="http://schemas.openxmlformats.org/officeDocument/2006/relationships/tags" Target="../tags/tag280.xml"/><Relationship Id="rId11" Type="http://schemas.openxmlformats.org/officeDocument/2006/relationships/tags" Target="../tags/tag285.xml"/><Relationship Id="rId5" Type="http://schemas.openxmlformats.org/officeDocument/2006/relationships/tags" Target="../tags/tag279.xml"/><Relationship Id="rId15" Type="http://schemas.openxmlformats.org/officeDocument/2006/relationships/tags" Target="../tags/tag289.xml"/><Relationship Id="rId10" Type="http://schemas.openxmlformats.org/officeDocument/2006/relationships/tags" Target="../tags/tag284.xml"/><Relationship Id="rId4" Type="http://schemas.openxmlformats.org/officeDocument/2006/relationships/tags" Target="../tags/tag278.xml"/><Relationship Id="rId9" Type="http://schemas.openxmlformats.org/officeDocument/2006/relationships/tags" Target="../tags/tag283.xml"/><Relationship Id="rId14" Type="http://schemas.openxmlformats.org/officeDocument/2006/relationships/tags" Target="../tags/tag288.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299.xml"/><Relationship Id="rId13" Type="http://schemas.openxmlformats.org/officeDocument/2006/relationships/tags" Target="../tags/tag304.xml"/><Relationship Id="rId18" Type="http://schemas.openxmlformats.org/officeDocument/2006/relationships/tags" Target="../tags/tag309.xml"/><Relationship Id="rId3" Type="http://schemas.openxmlformats.org/officeDocument/2006/relationships/tags" Target="../tags/tag294.xml"/><Relationship Id="rId21" Type="http://schemas.openxmlformats.org/officeDocument/2006/relationships/slideMaster" Target="../slideMasters/slideMaster2.xml"/><Relationship Id="rId7" Type="http://schemas.openxmlformats.org/officeDocument/2006/relationships/tags" Target="../tags/tag298.xml"/><Relationship Id="rId12" Type="http://schemas.openxmlformats.org/officeDocument/2006/relationships/tags" Target="../tags/tag303.xml"/><Relationship Id="rId17" Type="http://schemas.openxmlformats.org/officeDocument/2006/relationships/tags" Target="../tags/tag308.xml"/><Relationship Id="rId2" Type="http://schemas.openxmlformats.org/officeDocument/2006/relationships/tags" Target="../tags/tag293.xml"/><Relationship Id="rId16" Type="http://schemas.openxmlformats.org/officeDocument/2006/relationships/tags" Target="../tags/tag307.xml"/><Relationship Id="rId20" Type="http://schemas.openxmlformats.org/officeDocument/2006/relationships/tags" Target="../tags/tag311.xml"/><Relationship Id="rId1" Type="http://schemas.openxmlformats.org/officeDocument/2006/relationships/tags" Target="../tags/tag292.xml"/><Relationship Id="rId6" Type="http://schemas.openxmlformats.org/officeDocument/2006/relationships/tags" Target="../tags/tag297.xml"/><Relationship Id="rId11" Type="http://schemas.openxmlformats.org/officeDocument/2006/relationships/tags" Target="../tags/tag302.xml"/><Relationship Id="rId5" Type="http://schemas.openxmlformats.org/officeDocument/2006/relationships/tags" Target="../tags/tag296.xml"/><Relationship Id="rId15" Type="http://schemas.openxmlformats.org/officeDocument/2006/relationships/tags" Target="../tags/tag306.xml"/><Relationship Id="rId10" Type="http://schemas.openxmlformats.org/officeDocument/2006/relationships/tags" Target="../tags/tag301.xml"/><Relationship Id="rId19" Type="http://schemas.openxmlformats.org/officeDocument/2006/relationships/tags" Target="../tags/tag310.xml"/><Relationship Id="rId4" Type="http://schemas.openxmlformats.org/officeDocument/2006/relationships/tags" Target="../tags/tag295.xml"/><Relationship Id="rId9" Type="http://schemas.openxmlformats.org/officeDocument/2006/relationships/tags" Target="../tags/tag300.xml"/><Relationship Id="rId14" Type="http://schemas.openxmlformats.org/officeDocument/2006/relationships/tags" Target="../tags/tag305.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image" Target="../media/image10.svg"/><Relationship Id="rId18" Type="http://schemas.openxmlformats.org/officeDocument/2006/relationships/image" Target="../media/image15.png"/><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image" Target="../media/image9.png"/><Relationship Id="rId17" Type="http://schemas.openxmlformats.org/officeDocument/2006/relationships/image" Target="../media/image14.svg"/><Relationship Id="rId2" Type="http://schemas.openxmlformats.org/officeDocument/2006/relationships/tags" Target="../tags/tag313.xml"/><Relationship Id="rId16" Type="http://schemas.openxmlformats.org/officeDocument/2006/relationships/image" Target="../media/image13.png"/><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slideMaster" Target="../slideMasters/slideMaster2.xml"/><Relationship Id="rId5" Type="http://schemas.openxmlformats.org/officeDocument/2006/relationships/tags" Target="../tags/tag316.xml"/><Relationship Id="rId15" Type="http://schemas.openxmlformats.org/officeDocument/2006/relationships/image" Target="../media/image12.svg"/><Relationship Id="rId10" Type="http://schemas.openxmlformats.org/officeDocument/2006/relationships/tags" Target="../tags/tag321.xml"/><Relationship Id="rId19" Type="http://schemas.openxmlformats.org/officeDocument/2006/relationships/image" Target="../media/image16.svg"/><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329.xml"/><Relationship Id="rId13" Type="http://schemas.openxmlformats.org/officeDocument/2006/relationships/image" Target="../media/image10.svg"/><Relationship Id="rId18" Type="http://schemas.openxmlformats.org/officeDocument/2006/relationships/image" Target="../media/image15.png"/><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image" Target="../media/image9.png"/><Relationship Id="rId17" Type="http://schemas.openxmlformats.org/officeDocument/2006/relationships/image" Target="../media/image14.svg"/><Relationship Id="rId2" Type="http://schemas.openxmlformats.org/officeDocument/2006/relationships/tags" Target="../tags/tag323.xml"/><Relationship Id="rId16" Type="http://schemas.openxmlformats.org/officeDocument/2006/relationships/image" Target="../media/image13.png"/><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slideMaster" Target="../slideMasters/slideMaster2.xml"/><Relationship Id="rId5" Type="http://schemas.openxmlformats.org/officeDocument/2006/relationships/tags" Target="../tags/tag326.xml"/><Relationship Id="rId15" Type="http://schemas.openxmlformats.org/officeDocument/2006/relationships/image" Target="../media/image12.svg"/><Relationship Id="rId10" Type="http://schemas.openxmlformats.org/officeDocument/2006/relationships/tags" Target="../tags/tag331.xml"/><Relationship Id="rId19" Type="http://schemas.openxmlformats.org/officeDocument/2006/relationships/image" Target="../media/image16.svg"/><Relationship Id="rId4" Type="http://schemas.openxmlformats.org/officeDocument/2006/relationships/tags" Target="../tags/tag325.xml"/><Relationship Id="rId9" Type="http://schemas.openxmlformats.org/officeDocument/2006/relationships/tags" Target="../tags/tag330.xml"/><Relationship Id="rId14"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 Id="rId4"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4"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 Id="rId4"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slideMaster" Target="../slideMasters/slideMaster2.xml"/><Relationship Id="rId5" Type="http://schemas.openxmlformats.org/officeDocument/2006/relationships/tags" Target="../tags/tag345.xml"/><Relationship Id="rId4" Type="http://schemas.openxmlformats.org/officeDocument/2006/relationships/tags" Target="../tags/tag344.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353.xml"/><Relationship Id="rId3" Type="http://schemas.openxmlformats.org/officeDocument/2006/relationships/tags" Target="../tags/tag348.xml"/><Relationship Id="rId7" Type="http://schemas.openxmlformats.org/officeDocument/2006/relationships/tags" Target="../tags/tag352.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tags" Target="../tags/tag351.xml"/><Relationship Id="rId5" Type="http://schemas.openxmlformats.org/officeDocument/2006/relationships/tags" Target="../tags/tag350.xml"/><Relationship Id="rId4" Type="http://schemas.openxmlformats.org/officeDocument/2006/relationships/tags" Target="../tags/tag349.xml"/><Relationship Id="rId9"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8" Type="http://schemas.openxmlformats.org/officeDocument/2006/relationships/tags" Target="../tags/tag361.xml"/><Relationship Id="rId3" Type="http://schemas.openxmlformats.org/officeDocument/2006/relationships/tags" Target="../tags/tag356.xml"/><Relationship Id="rId7" Type="http://schemas.openxmlformats.org/officeDocument/2006/relationships/tags" Target="../tags/tag360.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slideMaster" Target="../slideMasters/slideMaster2.xml"/><Relationship Id="rId5" Type="http://schemas.openxmlformats.org/officeDocument/2006/relationships/tags" Target="../tags/tag358.xml"/><Relationship Id="rId10" Type="http://schemas.openxmlformats.org/officeDocument/2006/relationships/tags" Target="../tags/tag363.xml"/><Relationship Id="rId4" Type="http://schemas.openxmlformats.org/officeDocument/2006/relationships/tags" Target="../tags/tag357.xml"/><Relationship Id="rId9" Type="http://schemas.openxmlformats.org/officeDocument/2006/relationships/tags" Target="../tags/tag362.xml"/></Relationships>
</file>

<file path=ppt/slideLayouts/_rels/slideLayout59.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tags" Target="../tags/tag376.xml"/><Relationship Id="rId3" Type="http://schemas.openxmlformats.org/officeDocument/2006/relationships/tags" Target="../tags/tag366.xml"/><Relationship Id="rId7" Type="http://schemas.openxmlformats.org/officeDocument/2006/relationships/tags" Target="../tags/tag370.xml"/><Relationship Id="rId12" Type="http://schemas.openxmlformats.org/officeDocument/2006/relationships/tags" Target="../tags/tag375.xml"/><Relationship Id="rId17" Type="http://schemas.openxmlformats.org/officeDocument/2006/relationships/slideMaster" Target="../slideMasters/slideMaster2.xml"/><Relationship Id="rId2" Type="http://schemas.openxmlformats.org/officeDocument/2006/relationships/tags" Target="../tags/tag365.xml"/><Relationship Id="rId16" Type="http://schemas.openxmlformats.org/officeDocument/2006/relationships/tags" Target="../tags/tag379.xml"/><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tags" Target="../tags/tag374.xml"/><Relationship Id="rId5" Type="http://schemas.openxmlformats.org/officeDocument/2006/relationships/tags" Target="../tags/tag368.xml"/><Relationship Id="rId15" Type="http://schemas.openxmlformats.org/officeDocument/2006/relationships/tags" Target="../tags/tag378.xml"/><Relationship Id="rId10" Type="http://schemas.openxmlformats.org/officeDocument/2006/relationships/tags" Target="../tags/tag373.xml"/><Relationship Id="rId4" Type="http://schemas.openxmlformats.org/officeDocument/2006/relationships/tags" Target="../tags/tag367.xml"/><Relationship Id="rId9" Type="http://schemas.openxmlformats.org/officeDocument/2006/relationships/tags" Target="../tags/tag372.xml"/><Relationship Id="rId14" Type="http://schemas.openxmlformats.org/officeDocument/2006/relationships/tags" Target="../tags/tag377.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1.xml"/><Relationship Id="rId1" Type="http://schemas.openxmlformats.org/officeDocument/2006/relationships/tags" Target="../tags/tag380.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384.xml"/><Relationship Id="rId2" Type="http://schemas.openxmlformats.org/officeDocument/2006/relationships/tags" Target="../tags/tag383.xml"/><Relationship Id="rId1" Type="http://schemas.openxmlformats.org/officeDocument/2006/relationships/tags" Target="../tags/tag382.xml"/><Relationship Id="rId5" Type="http://schemas.openxmlformats.org/officeDocument/2006/relationships/slideMaster" Target="../slideMasters/slideMaster2.xml"/><Relationship Id="rId4" Type="http://schemas.openxmlformats.org/officeDocument/2006/relationships/tags" Target="../tags/tag385.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393.xml"/><Relationship Id="rId3" Type="http://schemas.openxmlformats.org/officeDocument/2006/relationships/tags" Target="../tags/tag388.xml"/><Relationship Id="rId7" Type="http://schemas.openxmlformats.org/officeDocument/2006/relationships/tags" Target="../tags/tag392.xml"/><Relationship Id="rId12" Type="http://schemas.openxmlformats.org/officeDocument/2006/relationships/slideMaster" Target="../slideMasters/slideMaster2.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11" Type="http://schemas.openxmlformats.org/officeDocument/2006/relationships/tags" Target="../tags/tag396.xml"/><Relationship Id="rId5" Type="http://schemas.openxmlformats.org/officeDocument/2006/relationships/tags" Target="../tags/tag390.xml"/><Relationship Id="rId10" Type="http://schemas.openxmlformats.org/officeDocument/2006/relationships/tags" Target="../tags/tag395.xml"/><Relationship Id="rId4" Type="http://schemas.openxmlformats.org/officeDocument/2006/relationships/tags" Target="../tags/tag389.xml"/><Relationship Id="rId9" Type="http://schemas.openxmlformats.org/officeDocument/2006/relationships/tags" Target="../tags/tag394.xml"/></Relationships>
</file>

<file path=ppt/slideLayouts/_rels/slideLayout63.xml.rels><?xml version="1.0" encoding="UTF-8" standalone="yes"?>
<Relationships xmlns="http://schemas.openxmlformats.org/package/2006/relationships"><Relationship Id="rId8" Type="http://schemas.openxmlformats.org/officeDocument/2006/relationships/tags" Target="../tags/tag404.xml"/><Relationship Id="rId3" Type="http://schemas.openxmlformats.org/officeDocument/2006/relationships/tags" Target="../tags/tag399.xml"/><Relationship Id="rId7" Type="http://schemas.openxmlformats.org/officeDocument/2006/relationships/tags" Target="../tags/tag403.xml"/><Relationship Id="rId12" Type="http://schemas.openxmlformats.org/officeDocument/2006/relationships/slideMaster" Target="../slideMasters/slideMaster2.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5" Type="http://schemas.openxmlformats.org/officeDocument/2006/relationships/tags" Target="../tags/tag401.xml"/><Relationship Id="rId10" Type="http://schemas.openxmlformats.org/officeDocument/2006/relationships/tags" Target="../tags/tag406.xml"/><Relationship Id="rId4" Type="http://schemas.openxmlformats.org/officeDocument/2006/relationships/tags" Target="../tags/tag400.xml"/><Relationship Id="rId9" Type="http://schemas.openxmlformats.org/officeDocument/2006/relationships/tags" Target="../tags/tag405.xml"/></Relationships>
</file>

<file path=ppt/slideLayouts/_rels/slideLayout64.xml.rels><?xml version="1.0" encoding="UTF-8" standalone="yes"?>
<Relationships xmlns="http://schemas.openxmlformats.org/package/2006/relationships"><Relationship Id="rId8" Type="http://schemas.openxmlformats.org/officeDocument/2006/relationships/tags" Target="../tags/tag415.xml"/><Relationship Id="rId3" Type="http://schemas.openxmlformats.org/officeDocument/2006/relationships/tags" Target="../tags/tag410.xml"/><Relationship Id="rId7" Type="http://schemas.openxmlformats.org/officeDocument/2006/relationships/tags" Target="../tags/tag414.xml"/><Relationship Id="rId2" Type="http://schemas.openxmlformats.org/officeDocument/2006/relationships/tags" Target="../tags/tag409.xml"/><Relationship Id="rId1" Type="http://schemas.openxmlformats.org/officeDocument/2006/relationships/tags" Target="../tags/tag408.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9"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418.xml"/><Relationship Id="rId7" Type="http://schemas.openxmlformats.org/officeDocument/2006/relationships/slideMaster" Target="../slideMasters/slideMaster2.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9"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437.xml"/><Relationship Id="rId3" Type="http://schemas.openxmlformats.org/officeDocument/2006/relationships/tags" Target="../tags/tag432.xml"/><Relationship Id="rId7" Type="http://schemas.openxmlformats.org/officeDocument/2006/relationships/tags" Target="../tags/tag436.xml"/><Relationship Id="rId2" Type="http://schemas.openxmlformats.org/officeDocument/2006/relationships/tags" Target="../tags/tag431.xml"/><Relationship Id="rId1" Type="http://schemas.openxmlformats.org/officeDocument/2006/relationships/tags" Target="../tags/tag430.xml"/><Relationship Id="rId6" Type="http://schemas.openxmlformats.org/officeDocument/2006/relationships/tags" Target="../tags/tag435.xml"/><Relationship Id="rId11" Type="http://schemas.openxmlformats.org/officeDocument/2006/relationships/slideMaster" Target="../slideMasters/slideMaster2.xml"/><Relationship Id="rId5" Type="http://schemas.openxmlformats.org/officeDocument/2006/relationships/tags" Target="../tags/tag434.xml"/><Relationship Id="rId10" Type="http://schemas.openxmlformats.org/officeDocument/2006/relationships/tags" Target="../tags/tag439.xml"/><Relationship Id="rId4" Type="http://schemas.openxmlformats.org/officeDocument/2006/relationships/tags" Target="../tags/tag433.xml"/><Relationship Id="rId9" Type="http://schemas.openxmlformats.org/officeDocument/2006/relationships/tags" Target="../tags/tag438.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447.xml"/><Relationship Id="rId3" Type="http://schemas.openxmlformats.org/officeDocument/2006/relationships/tags" Target="../tags/tag442.xml"/><Relationship Id="rId7" Type="http://schemas.openxmlformats.org/officeDocument/2006/relationships/tags" Target="../tags/tag446.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9"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450.xml"/><Relationship Id="rId7" Type="http://schemas.openxmlformats.org/officeDocument/2006/relationships/slideMaster" Target="../slideMasters/slideMaster2.xml"/><Relationship Id="rId2" Type="http://schemas.openxmlformats.org/officeDocument/2006/relationships/tags" Target="../tags/tag449.xml"/><Relationship Id="rId1" Type="http://schemas.openxmlformats.org/officeDocument/2006/relationships/tags" Target="../tags/tag448.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9" Type="http://schemas.openxmlformats.org/officeDocument/2006/relationships/image" Target="../media/image18.svg"/></Relationships>
</file>

<file path=ppt/slideLayouts/_rels/slideLayout70.xml.rels><?xml version="1.0" encoding="UTF-8" standalone="yes"?>
<Relationships xmlns="http://schemas.openxmlformats.org/package/2006/relationships"><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 Id="rId4"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467.xml"/><Relationship Id="rId13" Type="http://schemas.openxmlformats.org/officeDocument/2006/relationships/slideMaster" Target="../slideMasters/slideMaster2.xml"/><Relationship Id="rId3" Type="http://schemas.openxmlformats.org/officeDocument/2006/relationships/tags" Target="../tags/tag462.xml"/><Relationship Id="rId7" Type="http://schemas.openxmlformats.org/officeDocument/2006/relationships/tags" Target="../tags/tag466.xml"/><Relationship Id="rId12" Type="http://schemas.openxmlformats.org/officeDocument/2006/relationships/tags" Target="../tags/tag471.xml"/><Relationship Id="rId2" Type="http://schemas.openxmlformats.org/officeDocument/2006/relationships/tags" Target="../tags/tag461.xml"/><Relationship Id="rId1" Type="http://schemas.openxmlformats.org/officeDocument/2006/relationships/tags" Target="../tags/tag460.xml"/><Relationship Id="rId6" Type="http://schemas.openxmlformats.org/officeDocument/2006/relationships/tags" Target="../tags/tag465.xml"/><Relationship Id="rId11" Type="http://schemas.openxmlformats.org/officeDocument/2006/relationships/tags" Target="../tags/tag470.xml"/><Relationship Id="rId5" Type="http://schemas.openxmlformats.org/officeDocument/2006/relationships/tags" Target="../tags/tag464.xml"/><Relationship Id="rId10" Type="http://schemas.openxmlformats.org/officeDocument/2006/relationships/tags" Target="../tags/tag469.xml"/><Relationship Id="rId4" Type="http://schemas.openxmlformats.org/officeDocument/2006/relationships/tags" Target="../tags/tag463.xml"/><Relationship Id="rId9" Type="http://schemas.openxmlformats.org/officeDocument/2006/relationships/tags" Target="../tags/tag468.xml"/></Relationships>
</file>

<file path=ppt/slideLayouts/_rels/slideLayout73.xml.rels><?xml version="1.0" encoding="UTF-8" standalone="yes"?>
<Relationships xmlns="http://schemas.openxmlformats.org/package/2006/relationships"><Relationship Id="rId3" Type="http://schemas.openxmlformats.org/officeDocument/2006/relationships/tags" Target="../tags/tag474.xml"/><Relationship Id="rId2" Type="http://schemas.openxmlformats.org/officeDocument/2006/relationships/tags" Target="../tags/tag473.xml"/><Relationship Id="rId1" Type="http://schemas.openxmlformats.org/officeDocument/2006/relationships/tags" Target="../tags/tag472.xml"/><Relationship Id="rId4"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 Id="rId4"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480.xml"/><Relationship Id="rId2" Type="http://schemas.openxmlformats.org/officeDocument/2006/relationships/tags" Target="../tags/tag479.xml"/><Relationship Id="rId1" Type="http://schemas.openxmlformats.org/officeDocument/2006/relationships/tags" Target="../tags/tag478.xml"/><Relationship Id="rId4"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tags" Target="../tags/tag483.xml"/><Relationship Id="rId2" Type="http://schemas.openxmlformats.org/officeDocument/2006/relationships/tags" Target="../tags/tag482.xml"/><Relationship Id="rId1" Type="http://schemas.openxmlformats.org/officeDocument/2006/relationships/tags" Target="../tags/tag481.xml"/><Relationship Id="rId4"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5.xml"/><Relationship Id="rId1" Type="http://schemas.openxmlformats.org/officeDocument/2006/relationships/tags" Target="../tags/tag484.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86.xml"/></Relationships>
</file>

<file path=ppt/slideLayouts/_rels/slideLayout79.xml.rels><?xml version="1.0" encoding="UTF-8" standalone="yes"?>
<Relationships xmlns="http://schemas.openxmlformats.org/package/2006/relationships"><Relationship Id="rId3" Type="http://schemas.openxmlformats.org/officeDocument/2006/relationships/tags" Target="../tags/tag489.xml"/><Relationship Id="rId2" Type="http://schemas.openxmlformats.org/officeDocument/2006/relationships/tags" Target="../tags/tag488.xml"/><Relationship Id="rId1" Type="http://schemas.openxmlformats.org/officeDocument/2006/relationships/tags" Target="../tags/tag487.xml"/><Relationship Id="rId5" Type="http://schemas.openxmlformats.org/officeDocument/2006/relationships/slideMaster" Target="../slideMasters/slideMaster2.xml"/><Relationship Id="rId4" Type="http://schemas.openxmlformats.org/officeDocument/2006/relationships/tags" Target="../tags/tag490.xml"/></Relationships>
</file>

<file path=ppt/slideLayouts/_rels/slideLayout80.xml.rels><?xml version="1.0" encoding="UTF-8" standalone="yes"?>
<Relationships xmlns="http://schemas.openxmlformats.org/package/2006/relationships"><Relationship Id="rId3" Type="http://schemas.openxmlformats.org/officeDocument/2006/relationships/tags" Target="../tags/tag493.xml"/><Relationship Id="rId2" Type="http://schemas.openxmlformats.org/officeDocument/2006/relationships/tags" Target="../tags/tag492.xml"/><Relationship Id="rId1" Type="http://schemas.openxmlformats.org/officeDocument/2006/relationships/tags" Target="../tags/tag491.xml"/><Relationship Id="rId5" Type="http://schemas.openxmlformats.org/officeDocument/2006/relationships/slideMaster" Target="../slideMasters/slideMaster2.xml"/><Relationship Id="rId4" Type="http://schemas.openxmlformats.org/officeDocument/2006/relationships/tags" Target="../tags/tag494.xml"/></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6.xml"/><Relationship Id="rId1" Type="http://schemas.openxmlformats.org/officeDocument/2006/relationships/tags" Target="../tags/tag49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5DA0-D04D-18FA-A59D-F98FB906698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A4182F0-E75D-05BF-B922-E30055BBA4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8A939CE-8998-6A65-5493-561BFAB6C886}"/>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6EE96848-CB9E-9421-CCEC-853881A0C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A07C54-D055-97BE-C818-73603274E5A8}"/>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1343263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18245-BB34-DB6E-78E7-72F94972BA6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787F3E-DE86-0B98-6C73-D280ED3131F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FFBFA1-3151-53D7-81D6-2CFF56367031}"/>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1E1D318E-B97F-DC30-2010-99E3E5A99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85973-D012-55A7-980A-2DC5085B26FB}"/>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25292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38BC-A92A-360D-FAB6-5EC3CB20593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965651-E222-CC26-02A2-50C2F7AA34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B45B659-6DE6-D8EA-DB4F-A8F557BDAEA6}"/>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C2D17352-CF49-B005-E751-0E5FBD06C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D0A0F-5E65-6234-7F52-D9F27928EE31}"/>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721896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860A-4CF9-AD72-75C6-5C4E4ED3D8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1567754-F1BC-11EE-57B7-4D93F5D8050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A9D47EF-DF48-0FCB-9DB3-F42F09CCFD1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D0F200-0793-3E25-80C3-52765783978A}"/>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6" name="Footer Placeholder 5">
            <a:extLst>
              <a:ext uri="{FF2B5EF4-FFF2-40B4-BE49-F238E27FC236}">
                <a16:creationId xmlns:a16="http://schemas.microsoft.com/office/drawing/2014/main" id="{306B92E9-25EB-AC60-4BF7-5F283F150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1F75E-C522-D3A3-81F4-D2A12CF52FAB}"/>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3314272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BFA6-71D1-7687-00C2-D47F8C15BB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E61EEA1-D575-3867-4222-536FB940F3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07DC67-0175-2E2A-21F8-1AF01594406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60BEF49-AA21-8982-F4E9-934FBC9733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BCA00A4-E09E-A26B-3063-8A695ED0CB1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5E7FB40-1B2A-CDF6-410B-38790FB847E3}"/>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8" name="Footer Placeholder 7">
            <a:extLst>
              <a:ext uri="{FF2B5EF4-FFF2-40B4-BE49-F238E27FC236}">
                <a16:creationId xmlns:a16="http://schemas.microsoft.com/office/drawing/2014/main" id="{E9823F50-8A74-0EA9-92BB-F555F1508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D3A034-8856-BDB9-A7D7-CFEC4153B343}"/>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149417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E44C7-2DCB-F4C5-00DA-CBD948BF5A1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ADA536B-8818-19AE-9B08-08D6B9CD4359}"/>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4" name="Footer Placeholder 3">
            <a:extLst>
              <a:ext uri="{FF2B5EF4-FFF2-40B4-BE49-F238E27FC236}">
                <a16:creationId xmlns:a16="http://schemas.microsoft.com/office/drawing/2014/main" id="{D859291D-60F2-7AD2-A791-97F02D2DA8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936C8E-0B72-D933-92BB-C01669BA8A01}"/>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868443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26B68-710F-92D9-E4D6-EA30C8F6AA04}"/>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3" name="Footer Placeholder 2">
            <a:extLst>
              <a:ext uri="{FF2B5EF4-FFF2-40B4-BE49-F238E27FC236}">
                <a16:creationId xmlns:a16="http://schemas.microsoft.com/office/drawing/2014/main" id="{F0FCEC77-FD12-661E-D705-D66320D6C8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6FBD18-2325-0C8F-9FFB-0B946792F477}"/>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734320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6CE12-C8C4-BD3A-03F6-5606F50277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59EF4B5-C709-07B1-8EBA-492EE53316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B7F35CE-CB46-889A-ADB7-8D7B5F978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9883B2-6B77-2901-816B-B2D30A133D4C}"/>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6" name="Footer Placeholder 5">
            <a:extLst>
              <a:ext uri="{FF2B5EF4-FFF2-40B4-BE49-F238E27FC236}">
                <a16:creationId xmlns:a16="http://schemas.microsoft.com/office/drawing/2014/main" id="{987A4695-F116-8F4E-6BEA-BA69E1812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79C7EE-13DD-9C0D-02F3-5460FA7714E1}"/>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521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8C52-CFBD-BE38-71FB-60620F23B81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4D8EE4D-6085-E940-7F54-4A2AD1DC4D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58E1B9-9B25-F9B8-9A2F-DC14E3784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5F01F3-8918-DD56-05A7-7725EBBEB1B9}"/>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6" name="Footer Placeholder 5">
            <a:extLst>
              <a:ext uri="{FF2B5EF4-FFF2-40B4-BE49-F238E27FC236}">
                <a16:creationId xmlns:a16="http://schemas.microsoft.com/office/drawing/2014/main" id="{5E6378C1-66E8-1C73-E1E6-BBBA99481C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1AF4A2-6F3E-0E24-2587-EAF6F1591AE9}"/>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563691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388C-595D-EB60-DA34-C0AC0356DAC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D521D74-51ED-7B3F-6948-F3892A9EEAD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6B1ED7-2E0B-743C-8EEE-406AC3C0C0AB}"/>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238BE37D-7CF4-49BF-0AC8-67346C072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18536-53E2-CED4-AE07-D57516D3630A}"/>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212542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5824C1-8825-92EC-FD82-24A066A112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84E972-ADDD-6866-1A8B-918857F9A0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D9265A-CB53-447B-CBDC-AE30ABCA3FC0}"/>
              </a:ext>
            </a:extLst>
          </p:cNvPr>
          <p:cNvSpPr>
            <a:spLocks noGrp="1"/>
          </p:cNvSpPr>
          <p:nvPr>
            <p:ph type="dt" sz="half" idx="10"/>
          </p:nvPr>
        </p:nvSpPr>
        <p:spPr/>
        <p:txBody>
          <a:body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74632D60-C806-6199-4ED2-D15FC7932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A2952-AE5E-0704-A413-A5B0CF1DE512}"/>
              </a:ext>
            </a:extLst>
          </p:cNvPr>
          <p:cNvSpPr>
            <a:spLocks noGrp="1"/>
          </p:cNvSpPr>
          <p:nvPr>
            <p:ph type="sldNum" sz="quarter" idx="12"/>
          </p:nvPr>
        </p:nvSpPr>
        <p:spPr/>
        <p:txBody>
          <a:bodyPr/>
          <a:lstStyle/>
          <a:p>
            <a:fld id="{3D58F4A2-4224-A745-ABF3-694E00F7395D}" type="slidenum">
              <a:rPr lang="en-US" smtClean="0"/>
              <a:t>‹#›</a:t>
            </a:fld>
            <a:endParaRPr lang="en-US"/>
          </a:p>
        </p:txBody>
      </p:sp>
    </p:spTree>
    <p:extLst>
      <p:ext uri="{BB962C8B-B14F-4D97-AF65-F5344CB8AC3E}">
        <p14:creationId xmlns:p14="http://schemas.microsoft.com/office/powerpoint/2010/main" val="3677513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6" y="1304925"/>
            <a:ext cx="8208962" cy="4968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Straight Arrow Connector 5">
            <a:extLst>
              <a:ext uri="{FF2B5EF4-FFF2-40B4-BE49-F238E27FC236}">
                <a16:creationId xmlns:a16="http://schemas.microsoft.com/office/drawing/2014/main" id="{A94E2BB3-2C6E-A843-FE93-0DEA3BEE27A8}"/>
              </a:ext>
            </a:extLst>
          </p:cNvPr>
          <p:cNvCxnSpPr>
            <a:cxnSpLocks/>
          </p:cNvCxnSpPr>
          <p:nvPr userDrawn="1"/>
        </p:nvCxnSpPr>
        <p:spPr>
          <a:xfrm>
            <a:off x="5267326" y="5858084"/>
            <a:ext cx="3169011"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Picture Placeholder 19">
            <a:extLst>
              <a:ext uri="{FF2B5EF4-FFF2-40B4-BE49-F238E27FC236}">
                <a16:creationId xmlns:a16="http://schemas.microsoft.com/office/drawing/2014/main" id="{53A48D85-0464-C285-6F69-86CB291DEA34}"/>
              </a:ext>
            </a:extLst>
          </p:cNvPr>
          <p:cNvSpPr>
            <a:spLocks noGrp="1"/>
          </p:cNvSpPr>
          <p:nvPr>
            <p:ph type="pic" sz="quarter" idx="27"/>
          </p:nvPr>
        </p:nvSpPr>
        <p:spPr>
          <a:xfrm>
            <a:off x="9034497" y="1305800"/>
            <a:ext cx="2570128" cy="4968000"/>
          </a:xfrm>
          <a:prstGeom prst="rect">
            <a:avLst/>
          </a:prstGeom>
        </p:spPr>
        <p:txBody>
          <a:bodyPr/>
          <a:lstStyle/>
          <a:p>
            <a:endParaRPr lang="ru-RU"/>
          </a:p>
        </p:txBody>
      </p:sp>
      <p:sp>
        <p:nvSpPr>
          <p:cNvPr id="3" name="Name Date Placeholder">
            <a:extLst>
              <a:ext uri="{FF2B5EF4-FFF2-40B4-BE49-F238E27FC236}">
                <a16:creationId xmlns:a16="http://schemas.microsoft.com/office/drawing/2014/main" id="{82829F43-02C9-D468-DF53-615E034F1B0B}"/>
              </a:ext>
            </a:extLst>
          </p:cNvPr>
          <p:cNvSpPr>
            <a:spLocks noGrp="1"/>
          </p:cNvSpPr>
          <p:nvPr>
            <p:ph type="body" sz="quarter" idx="22" hasCustomPrompt="1"/>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587376" y="4802289"/>
            <a:ext cx="4448973" cy="1471511"/>
          </a:xfrm>
        </p:spPr>
        <p:txBody>
          <a:bodyPr wrap="square" lIns="360000" tIns="0" rIns="0" bIns="360000" anchor="b"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6" y="1304925"/>
            <a:ext cx="8201779"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bg1"/>
                </a:solidFill>
                <a:latin typeface="+mj-lt"/>
              </a:defRPr>
            </a:lvl1pPr>
          </a:lstStyle>
          <a:p>
            <a:pPr lvl="0"/>
            <a:r>
              <a:rPr lang="en-US" dirty="0"/>
              <a:t>Click to add text</a:t>
            </a:r>
            <a:br>
              <a:rPr lang="en-US" dirty="0"/>
            </a:br>
            <a:endParaRPr lang="ru-RU" dirty="0"/>
          </a:p>
        </p:txBody>
      </p:sp>
      <p:sp>
        <p:nvSpPr>
          <p:cNvPr id="5" name="Ellipse">
            <a:extLst>
              <a:ext uri="{FF2B5EF4-FFF2-40B4-BE49-F238E27FC236}">
                <a16:creationId xmlns:a16="http://schemas.microsoft.com/office/drawing/2014/main" id="{E3EDD409-29E7-69BD-667B-B4109866231E}"/>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E5357DD9-A327-CBF0-C8BA-4580B0E31555}"/>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51D98F08-D014-09DA-3672-34C6A5727E16}"/>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4A496262-6AE6-A815-680A-F3C6A691E7C6}"/>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172170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V2">
    <p:bg>
      <p:bgPr>
        <a:solidFill>
          <a:schemeClr val="bg1"/>
        </a:solidFill>
        <a:effectLst/>
      </p:bgPr>
    </p:bg>
    <p:spTree>
      <p:nvGrpSpPr>
        <p:cNvPr id="1" name=""/>
        <p:cNvGrpSpPr/>
        <p:nvPr/>
      </p:nvGrpSpPr>
      <p:grpSpPr>
        <a:xfrm>
          <a:off x="0" y="0"/>
          <a:ext cx="0" cy="0"/>
          <a:chOff x="0" y="0"/>
          <a:chExt cx="0" cy="0"/>
        </a:xfrm>
      </p:grpSpPr>
      <p:sp>
        <p:nvSpPr>
          <p:cNvPr id="43" name="Ellipse">
            <a:extLst>
              <a:ext uri="{FF2B5EF4-FFF2-40B4-BE49-F238E27FC236}">
                <a16:creationId xmlns:a16="http://schemas.microsoft.com/office/drawing/2014/main" id="{6E8E6C1D-988D-A36A-9002-C365D7CB0863}"/>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Ellipse">
            <a:extLst>
              <a:ext uri="{FF2B5EF4-FFF2-40B4-BE49-F238E27FC236}">
                <a16:creationId xmlns:a16="http://schemas.microsoft.com/office/drawing/2014/main" id="{271A85CB-44FA-6767-3D75-CF65D4AD9A41}"/>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5" name="Ellipse">
            <a:extLst>
              <a:ext uri="{FF2B5EF4-FFF2-40B4-BE49-F238E27FC236}">
                <a16:creationId xmlns:a16="http://schemas.microsoft.com/office/drawing/2014/main" id="{12D9E895-8F8B-0A08-1E59-4F13A0117BD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Ellipse">
            <a:extLst>
              <a:ext uri="{FF2B5EF4-FFF2-40B4-BE49-F238E27FC236}">
                <a16:creationId xmlns:a16="http://schemas.microsoft.com/office/drawing/2014/main" id="{FD75F2AB-9762-131C-EA49-73902571D03A}"/>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Rectangle 3">
            <a:extLst>
              <a:ext uri="{FF2B5EF4-FFF2-40B4-BE49-F238E27FC236}">
                <a16:creationId xmlns:a16="http://schemas.microsoft.com/office/drawing/2014/main" id="{FADDBFBF-A36D-7DB7-E2E3-4BB852A77C4C}"/>
              </a:ext>
            </a:extLst>
          </p:cNvPr>
          <p:cNvSpPr/>
          <p:nvPr userDrawn="1"/>
        </p:nvSpPr>
        <p:spPr>
          <a:xfrm>
            <a:off x="3395663" y="1304925"/>
            <a:ext cx="8208962" cy="4968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Straight Arrow Connector 5">
            <a:extLst>
              <a:ext uri="{FF2B5EF4-FFF2-40B4-BE49-F238E27FC236}">
                <a16:creationId xmlns:a16="http://schemas.microsoft.com/office/drawing/2014/main" id="{A94E2BB3-2C6E-A843-FE93-0DEA3BEE27A8}"/>
              </a:ext>
            </a:extLst>
          </p:cNvPr>
          <p:cNvCxnSpPr>
            <a:cxnSpLocks/>
          </p:cNvCxnSpPr>
          <p:nvPr userDrawn="1"/>
        </p:nvCxnSpPr>
        <p:spPr>
          <a:xfrm>
            <a:off x="8075613" y="5858084"/>
            <a:ext cx="3169011"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Picture Placeholder 19">
            <a:extLst>
              <a:ext uri="{FF2B5EF4-FFF2-40B4-BE49-F238E27FC236}">
                <a16:creationId xmlns:a16="http://schemas.microsoft.com/office/drawing/2014/main" id="{53A48D85-0464-C285-6F69-86CB291DEA34}"/>
              </a:ext>
            </a:extLst>
          </p:cNvPr>
          <p:cNvSpPr>
            <a:spLocks noGrp="1"/>
          </p:cNvSpPr>
          <p:nvPr>
            <p:ph type="pic" sz="quarter" idx="27"/>
          </p:nvPr>
        </p:nvSpPr>
        <p:spPr>
          <a:xfrm>
            <a:off x="594557" y="1305800"/>
            <a:ext cx="2585205" cy="4968000"/>
          </a:xfrm>
          <a:prstGeom prst="rect">
            <a:avLst/>
          </a:prstGeom>
        </p:spPr>
        <p:txBody>
          <a:bodyPr/>
          <a:lstStyle/>
          <a:p>
            <a:endParaRPr lang="ru-RU"/>
          </a:p>
        </p:txBody>
      </p:sp>
      <p:sp>
        <p:nvSpPr>
          <p:cNvPr id="3" name="Name Date Placeholder">
            <a:extLst>
              <a:ext uri="{FF2B5EF4-FFF2-40B4-BE49-F238E27FC236}">
                <a16:creationId xmlns:a16="http://schemas.microsoft.com/office/drawing/2014/main" id="{82829F43-02C9-D468-DF53-615E034F1B0B}"/>
              </a:ext>
            </a:extLst>
          </p:cNvPr>
          <p:cNvSpPr>
            <a:spLocks noGrp="1"/>
          </p:cNvSpPr>
          <p:nvPr>
            <p:ph type="body" sz="quarter" idx="22" hasCustomPrompt="1"/>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3395663" y="4802289"/>
            <a:ext cx="4448973" cy="1471511"/>
          </a:xfrm>
        </p:spPr>
        <p:txBody>
          <a:bodyPr wrap="square" lIns="360000" tIns="0" rIns="0" bIns="360000" anchor="b"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3395663" y="1304925"/>
            <a:ext cx="8201779"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bg1"/>
                </a:solidFill>
                <a:latin typeface="+mj-lt"/>
              </a:defRPr>
            </a:lvl1pPr>
          </a:lstStyle>
          <a:p>
            <a:pPr lvl="0"/>
            <a:r>
              <a:rPr lang="en-US"/>
              <a:t>Click to add text</a:t>
            </a:r>
            <a:br>
              <a:rPr lang="en-US"/>
            </a:br>
            <a:endParaRPr lang="ru-RU" dirty="0"/>
          </a:p>
        </p:txBody>
      </p:sp>
    </p:spTree>
    <p:extLst>
      <p:ext uri="{BB962C8B-B14F-4D97-AF65-F5344CB8AC3E}">
        <p14:creationId xmlns:p14="http://schemas.microsoft.com/office/powerpoint/2010/main" val="3405313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V3">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5" y="1304925"/>
            <a:ext cx="11017250" cy="4968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6" name="Straight Arrow Connector 5">
            <a:extLst>
              <a:ext uri="{FF2B5EF4-FFF2-40B4-BE49-F238E27FC236}">
                <a16:creationId xmlns:a16="http://schemas.microsoft.com/office/drawing/2014/main" id="{A94E2BB3-2C6E-A843-FE93-0DEA3BEE27A8}"/>
              </a:ext>
            </a:extLst>
          </p:cNvPr>
          <p:cNvCxnSpPr>
            <a:cxnSpLocks/>
          </p:cNvCxnSpPr>
          <p:nvPr userDrawn="1"/>
        </p:nvCxnSpPr>
        <p:spPr>
          <a:xfrm>
            <a:off x="8075613" y="5858084"/>
            <a:ext cx="3169011"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 name="Name Date Placeholder">
            <a:extLst>
              <a:ext uri="{FF2B5EF4-FFF2-40B4-BE49-F238E27FC236}">
                <a16:creationId xmlns:a16="http://schemas.microsoft.com/office/drawing/2014/main" id="{82829F43-02C9-D468-DF53-615E034F1B0B}"/>
              </a:ext>
            </a:extLst>
          </p:cNvPr>
          <p:cNvSpPr>
            <a:spLocks noGrp="1"/>
          </p:cNvSpPr>
          <p:nvPr>
            <p:ph type="body" sz="quarter" idx="22" hasCustomPrompt="1"/>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587375" y="4802289"/>
            <a:ext cx="5400675" cy="1471511"/>
          </a:xfrm>
        </p:spPr>
        <p:txBody>
          <a:bodyPr wrap="square" lIns="360000" tIns="0" rIns="0" bIns="360000" anchor="b"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7272338"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bg1"/>
                </a:solidFill>
                <a:latin typeface="+mj-lt"/>
              </a:defRPr>
            </a:lvl1pPr>
          </a:lstStyle>
          <a:p>
            <a:pPr lvl="0"/>
            <a:r>
              <a:rPr lang="en-US"/>
              <a:t>Click to add text</a:t>
            </a:r>
            <a:br>
              <a:rPr lang="en-US"/>
            </a:b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338154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6" y="1811388"/>
            <a:ext cx="7272337" cy="39559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4295825"/>
            <a:ext cx="4448973" cy="1471511"/>
          </a:xfrm>
        </p:spPr>
        <p:txBody>
          <a:bodyPr wrap="square" lIns="360000" tIns="0" rIns="0" bIns="360000" anchor="b"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8" y="1811388"/>
            <a:ext cx="7272336" cy="2247108"/>
          </a:xfrm>
          <a:prstGeom prst="rect">
            <a:avLst/>
          </a:prstGeom>
        </p:spPr>
        <p:txBody>
          <a:bodyPr vert="horz" wrap="square" lIns="360000" tIns="360000" rIns="36000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cxnSp>
        <p:nvCxnSpPr>
          <p:cNvPr id="6" name="Straight Arrow Connector 5">
            <a:extLst>
              <a:ext uri="{FF2B5EF4-FFF2-40B4-BE49-F238E27FC236}">
                <a16:creationId xmlns:a16="http://schemas.microsoft.com/office/drawing/2014/main" id="{18B40119-BF45-C88B-5ECE-0544D8E3F6A4}"/>
              </a:ext>
            </a:extLst>
          </p:cNvPr>
          <p:cNvCxnSpPr>
            <a:cxnSpLocks/>
          </p:cNvCxnSpPr>
          <p:nvPr userDrawn="1"/>
        </p:nvCxnSpPr>
        <p:spPr>
          <a:xfrm>
            <a:off x="5267325" y="5342066"/>
            <a:ext cx="2232388"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8" name="Picture Placeholder 19">
            <a:extLst>
              <a:ext uri="{FF2B5EF4-FFF2-40B4-BE49-F238E27FC236}">
                <a16:creationId xmlns:a16="http://schemas.microsoft.com/office/drawing/2014/main" id="{8B862EAF-BDCD-DFD5-0A3B-D13487114518}"/>
              </a:ext>
            </a:extLst>
          </p:cNvPr>
          <p:cNvSpPr>
            <a:spLocks noGrp="1"/>
          </p:cNvSpPr>
          <p:nvPr>
            <p:ph type="pic" sz="quarter" idx="27"/>
          </p:nvPr>
        </p:nvSpPr>
        <p:spPr>
          <a:xfrm>
            <a:off x="8090689" y="1810936"/>
            <a:ext cx="3513936" cy="3956400"/>
          </a:xfrm>
          <a:prstGeom prst="rect">
            <a:avLst/>
          </a:prstGeom>
        </p:spPr>
        <p:txBody>
          <a:bodyPr/>
          <a:lstStyle/>
          <a:p>
            <a:endParaRPr lang="ru-RU"/>
          </a:p>
        </p:txBody>
      </p:sp>
      <p:sp>
        <p:nvSpPr>
          <p:cNvPr id="5" name="Ellipse">
            <a:extLst>
              <a:ext uri="{FF2B5EF4-FFF2-40B4-BE49-F238E27FC236}">
                <a16:creationId xmlns:a16="http://schemas.microsoft.com/office/drawing/2014/main" id="{7726565C-BBC3-FF96-499E-E9047B338666}"/>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8C16F62D-3834-3962-875A-ABFA24A91C1F}"/>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0D901A58-86EF-DA30-4658-64364524C281}"/>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9EAE1B12-E21B-30E4-2923-B4BD36F0FF03}"/>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16187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V2">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6" y="1811388"/>
            <a:ext cx="11017249" cy="395594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4295825"/>
            <a:ext cx="4448973" cy="1471511"/>
          </a:xfrm>
        </p:spPr>
        <p:txBody>
          <a:bodyPr wrap="square" lIns="360000" tIns="0" rIns="0" bIns="360000" anchor="b"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8" y="1811388"/>
            <a:ext cx="7272336" cy="2247108"/>
          </a:xfrm>
          <a:prstGeom prst="rect">
            <a:avLst/>
          </a:prstGeom>
        </p:spPr>
        <p:txBody>
          <a:bodyPr vert="horz" wrap="square" lIns="360000" tIns="360000" rIns="360000" bIns="0" rtlCol="0" anchor="t" anchorCtr="0">
            <a:noAutofit/>
          </a:bodyPr>
          <a:lstStyle>
            <a:lvl1pPr algn="l">
              <a:lnSpc>
                <a:spcPct val="85000"/>
              </a:lnSpc>
              <a:defRPr sz="4800" b="0" spc="0" baseline="0">
                <a:solidFill>
                  <a:schemeClr val="bg1"/>
                </a:solidFill>
                <a:latin typeface="+mj-lt"/>
              </a:defRPr>
            </a:lvl1pPr>
          </a:lstStyle>
          <a:p>
            <a:pPr lvl="0"/>
            <a:r>
              <a:rPr lang="en-US"/>
              <a:t>Click to add text</a:t>
            </a:r>
            <a:br>
              <a:rPr lang="en-US"/>
            </a:br>
            <a:endParaRPr lang="ru-RU" dirty="0"/>
          </a:p>
        </p:txBody>
      </p:sp>
      <p:cxnSp>
        <p:nvCxnSpPr>
          <p:cNvPr id="6" name="Straight Arrow Connector 5">
            <a:extLst>
              <a:ext uri="{FF2B5EF4-FFF2-40B4-BE49-F238E27FC236}">
                <a16:creationId xmlns:a16="http://schemas.microsoft.com/office/drawing/2014/main" id="{18B40119-BF45-C88B-5ECE-0544D8E3F6A4}"/>
              </a:ext>
            </a:extLst>
          </p:cNvPr>
          <p:cNvCxnSpPr>
            <a:cxnSpLocks/>
          </p:cNvCxnSpPr>
          <p:nvPr userDrawn="1"/>
        </p:nvCxnSpPr>
        <p:spPr>
          <a:xfrm>
            <a:off x="9012238" y="5342066"/>
            <a:ext cx="2232388"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5" name="Ellipse">
            <a:extLst>
              <a:ext uri="{FF2B5EF4-FFF2-40B4-BE49-F238E27FC236}">
                <a16:creationId xmlns:a16="http://schemas.microsoft.com/office/drawing/2014/main" id="{800D1BAD-EC18-C3D1-1336-F16C18196F48}"/>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7DCF3220-428C-9842-8B68-189A4E88E48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37FBE793-58E6-7535-6350-BEF5639542E1}"/>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3D753D29-7B4C-DF41-DCDE-EEE4506AF5DA}"/>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598098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V3">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6" y="1811388"/>
            <a:ext cx="11017249" cy="39559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4295825"/>
            <a:ext cx="4448973" cy="1471511"/>
          </a:xfrm>
        </p:spPr>
        <p:txBody>
          <a:bodyPr wrap="square" lIns="360000" tIns="0" rIns="0" bIns="360000" anchor="b"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8" y="1811388"/>
            <a:ext cx="7272336" cy="2247108"/>
          </a:xfrm>
          <a:prstGeom prst="rect">
            <a:avLst/>
          </a:prstGeom>
        </p:spPr>
        <p:txBody>
          <a:bodyPr vert="horz" wrap="square" lIns="360000" tIns="360000" rIns="36000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cxnSp>
        <p:nvCxnSpPr>
          <p:cNvPr id="6" name="Straight Arrow Connector 5">
            <a:extLst>
              <a:ext uri="{FF2B5EF4-FFF2-40B4-BE49-F238E27FC236}">
                <a16:creationId xmlns:a16="http://schemas.microsoft.com/office/drawing/2014/main" id="{18B40119-BF45-C88B-5ECE-0544D8E3F6A4}"/>
              </a:ext>
            </a:extLst>
          </p:cNvPr>
          <p:cNvCxnSpPr>
            <a:cxnSpLocks/>
          </p:cNvCxnSpPr>
          <p:nvPr userDrawn="1"/>
        </p:nvCxnSpPr>
        <p:spPr>
          <a:xfrm>
            <a:off x="9012238" y="5342066"/>
            <a:ext cx="2232388"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 name="Ellipse">
            <a:extLst>
              <a:ext uri="{FF2B5EF4-FFF2-40B4-BE49-F238E27FC236}">
                <a16:creationId xmlns:a16="http://schemas.microsoft.com/office/drawing/2014/main" id="{DB8EE80A-9E2C-FA34-49A3-501A6CCEFE7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1CA63630-B14C-8D7F-C611-7558F91BC57F}"/>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A15148EB-172A-7F05-0ED3-FF8CDF9C9EE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39827AA2-09FE-15E8-2F66-688E7044EEE8}"/>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859468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box1V1">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116C1F-EB2C-FC74-D97A-462E4E4D2EB4}"/>
              </a:ext>
            </a:extLst>
          </p:cNvPr>
          <p:cNvSpPr/>
          <p:nvPr userDrawn="1"/>
        </p:nvSpPr>
        <p:spPr>
          <a:xfrm>
            <a:off x="6203950" y="0"/>
            <a:ext cx="5400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6205339" y="3429000"/>
            <a:ext cx="5399286" cy="663053"/>
          </a:xfrm>
        </p:spPr>
        <p:txBody>
          <a:bodyPr wrap="square" lIns="360000" tIns="144000" rIns="360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6205339" y="1304925"/>
            <a:ext cx="5399281" cy="1255728"/>
          </a:xfrm>
          <a:prstGeom prst="rect">
            <a:avLst/>
          </a:prstGeom>
        </p:spPr>
        <p:txBody>
          <a:bodyPr vert="horz" wrap="square" lIns="360000" tIns="0" rIns="36000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597540" y="1304924"/>
            <a:ext cx="5390510" cy="4968875"/>
          </a:xfrm>
          <a:prstGeom prst="rect">
            <a:avLst/>
          </a:prstGeom>
        </p:spPr>
        <p:txBody>
          <a:bodyPr/>
          <a:lstStyle/>
          <a:p>
            <a:endParaRPr lang="ru-RU"/>
          </a:p>
        </p:txBody>
      </p:sp>
      <p:sp>
        <p:nvSpPr>
          <p:cNvPr id="9" name="Text Placeholder">
            <a:extLst>
              <a:ext uri="{FF2B5EF4-FFF2-40B4-BE49-F238E27FC236}">
                <a16:creationId xmlns:a16="http://schemas.microsoft.com/office/drawing/2014/main" id="{1CFECE27-1DD7-CC2D-70C9-2E01D1F7EDC7}"/>
              </a:ext>
            </a:extLst>
          </p:cNvPr>
          <p:cNvSpPr>
            <a:spLocks noGrp="1"/>
          </p:cNvSpPr>
          <p:nvPr>
            <p:ph type="body" idx="25" hasCustomPrompt="1"/>
            <p:custDataLst>
              <p:tags r:id="rId4"/>
            </p:custDataLst>
          </p:nvPr>
        </p:nvSpPr>
        <p:spPr>
          <a:xfrm>
            <a:off x="6205339" y="4116453"/>
            <a:ext cx="5399286" cy="2153332"/>
          </a:xfrm>
        </p:spPr>
        <p:txBody>
          <a:bodyPr lIns="360000" tIns="108000" rIns="360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br>
              <a:rPr lang="en-US"/>
            </a:br>
            <a:br>
              <a:rPr lang="en-US"/>
            </a:br>
            <a:br>
              <a:rPr lang="en-US"/>
            </a:br>
            <a:br>
              <a:rPr lang="en-US"/>
            </a:br>
            <a:br>
              <a:rPr lang="en-US"/>
            </a:br>
            <a:br>
              <a:rPr lang="en-US"/>
            </a:br>
            <a:endParaRPr lang="ru-RU" dirty="0"/>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6563949" y="342940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Ellipse">
            <a:extLst>
              <a:ext uri="{FF2B5EF4-FFF2-40B4-BE49-F238E27FC236}">
                <a16:creationId xmlns:a16="http://schemas.microsoft.com/office/drawing/2014/main" id="{A7507495-20CC-8AFC-4818-BC90DBFA16C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BCE81CA1-2189-8FF4-3C09-B0997395B81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Ellipse">
            <a:extLst>
              <a:ext uri="{FF2B5EF4-FFF2-40B4-BE49-F238E27FC236}">
                <a16:creationId xmlns:a16="http://schemas.microsoft.com/office/drawing/2014/main" id="{343DB4FA-E54C-B370-38D1-9741B7B46AB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99B3230B-563F-C70F-EE91-804D65C774BC}"/>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33653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box1V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6729D-0205-D8BC-CC22-92DB99A1FA51}"/>
              </a:ext>
            </a:extLst>
          </p:cNvPr>
          <p:cNvSpPr/>
          <p:nvPr userDrawn="1"/>
        </p:nvSpPr>
        <p:spPr>
          <a:xfrm>
            <a:off x="-1" y="0"/>
            <a:ext cx="7859713"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3429000"/>
            <a:ext cx="5616574"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5616569" cy="1255728"/>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8082811" y="594244"/>
            <a:ext cx="3521813" cy="5679556"/>
          </a:xfrm>
          <a:prstGeom prst="rect">
            <a:avLst/>
          </a:prstGeom>
        </p:spPr>
        <p:txBody>
          <a:bodyPr/>
          <a:lstStyle/>
          <a:p>
            <a:endParaRPr lang="ru-RU"/>
          </a:p>
        </p:txBody>
      </p:sp>
      <p:sp>
        <p:nvSpPr>
          <p:cNvPr id="9" name="Text Placeholder">
            <a:extLst>
              <a:ext uri="{FF2B5EF4-FFF2-40B4-BE49-F238E27FC236}">
                <a16:creationId xmlns:a16="http://schemas.microsoft.com/office/drawing/2014/main" id="{1CFECE27-1DD7-CC2D-70C9-2E01D1F7EDC7}"/>
              </a:ext>
            </a:extLst>
          </p:cNvPr>
          <p:cNvSpPr>
            <a:spLocks noGrp="1"/>
          </p:cNvSpPr>
          <p:nvPr>
            <p:ph type="body" idx="25" hasCustomPrompt="1"/>
            <p:custDataLst>
              <p:tags r:id="rId4"/>
            </p:custDataLst>
          </p:nvPr>
        </p:nvSpPr>
        <p:spPr>
          <a:xfrm>
            <a:off x="587376" y="4116453"/>
            <a:ext cx="5616574" cy="2153332"/>
          </a:xfrm>
        </p:spPr>
        <p:txBody>
          <a:bodyPr lIns="0" tIns="108000" rIns="360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br>
              <a:rPr lang="en-US"/>
            </a:br>
            <a:br>
              <a:rPr lang="en-US"/>
            </a:br>
            <a:br>
              <a:rPr lang="en-US"/>
            </a:br>
            <a:br>
              <a:rPr lang="en-US"/>
            </a:br>
            <a:br>
              <a:rPr lang="en-US"/>
            </a:br>
            <a:br>
              <a:rPr lang="en-US"/>
            </a:br>
            <a:endParaRPr lang="ru-RU" dirty="0"/>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86860" y="342940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6" name="Ellipse">
            <a:extLst>
              <a:ext uri="{FF2B5EF4-FFF2-40B4-BE49-F238E27FC236}">
                <a16:creationId xmlns:a16="http://schemas.microsoft.com/office/drawing/2014/main" id="{6478CE96-D904-6F3A-4B3B-B207703C1E9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36858D5-F0DD-882E-1BF3-09BC2213232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176AF0BB-EC44-8BF8-FA93-25E4AFE3BC6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E33EECD0-4A78-DF33-46F8-397A58640900}"/>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449699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box1V3">
    <p:bg>
      <p:bgPr>
        <a:solidFill>
          <a:schemeClr val="accent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6729D-0205-D8BC-CC22-92DB99A1FA51}"/>
              </a:ext>
            </a:extLst>
          </p:cNvPr>
          <p:cNvSpPr/>
          <p:nvPr userDrawn="1"/>
        </p:nvSpPr>
        <p:spPr>
          <a:xfrm>
            <a:off x="-1" y="0"/>
            <a:ext cx="598805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3429000"/>
            <a:ext cx="5400674" cy="663053"/>
          </a:xfrm>
        </p:spPr>
        <p:txBody>
          <a:bodyPr wrap="square" lIns="0" tIns="144000" rIns="360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5400669" cy="1255728"/>
          </a:xfrm>
          <a:prstGeom prst="rect">
            <a:avLst/>
          </a:prstGeom>
        </p:spPr>
        <p:txBody>
          <a:bodyPr vert="horz" wrap="square" lIns="0" tIns="0" rIns="36000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6210047" y="1304924"/>
            <a:ext cx="5400673" cy="4968875"/>
          </a:xfrm>
          <a:prstGeom prst="rect">
            <a:avLst/>
          </a:prstGeom>
        </p:spPr>
        <p:txBody>
          <a:bodyPr/>
          <a:lstStyle/>
          <a:p>
            <a:endParaRPr lang="ru-RU"/>
          </a:p>
        </p:txBody>
      </p:sp>
      <p:sp>
        <p:nvSpPr>
          <p:cNvPr id="9" name="Text Placeholder">
            <a:extLst>
              <a:ext uri="{FF2B5EF4-FFF2-40B4-BE49-F238E27FC236}">
                <a16:creationId xmlns:a16="http://schemas.microsoft.com/office/drawing/2014/main" id="{1CFECE27-1DD7-CC2D-70C9-2E01D1F7EDC7}"/>
              </a:ext>
            </a:extLst>
          </p:cNvPr>
          <p:cNvSpPr>
            <a:spLocks noGrp="1"/>
          </p:cNvSpPr>
          <p:nvPr>
            <p:ph type="body" idx="25" hasCustomPrompt="1"/>
            <p:custDataLst>
              <p:tags r:id="rId4"/>
            </p:custDataLst>
          </p:nvPr>
        </p:nvSpPr>
        <p:spPr>
          <a:xfrm>
            <a:off x="587376" y="4116453"/>
            <a:ext cx="5400674" cy="2153332"/>
          </a:xfrm>
        </p:spPr>
        <p:txBody>
          <a:bodyPr lIns="0" tIns="108000" rIns="360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br>
              <a:rPr lang="en-US"/>
            </a:br>
            <a:br>
              <a:rPr lang="en-US"/>
            </a:br>
            <a:br>
              <a:rPr lang="en-US"/>
            </a:br>
            <a:br>
              <a:rPr lang="en-US"/>
            </a:br>
            <a:br>
              <a:rPr lang="en-US"/>
            </a:br>
            <a:br>
              <a:rPr lang="en-US"/>
            </a:br>
            <a:endParaRPr lang="ru-RU" dirty="0"/>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86860" y="342940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6" name="Ellipse">
            <a:extLst>
              <a:ext uri="{FF2B5EF4-FFF2-40B4-BE49-F238E27FC236}">
                <a16:creationId xmlns:a16="http://schemas.microsoft.com/office/drawing/2014/main" id="{6478CE96-D904-6F3A-4B3B-B207703C1E9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36858D5-F0DD-882E-1BF3-09BC2213232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176AF0BB-EC44-8BF8-FA93-25E4AFE3BC6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E33EECD0-4A78-DF33-46F8-397A58640900}"/>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52335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box2V1">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7EE1A9-ADC4-8281-EA6A-83BBF907D07F}"/>
              </a:ext>
            </a:extLst>
          </p:cNvPr>
          <p:cNvSpPr/>
          <p:nvPr userDrawn="1"/>
        </p:nvSpPr>
        <p:spPr>
          <a:xfrm>
            <a:off x="0" y="1290968"/>
            <a:ext cx="11604625" cy="21380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6860" y="1368603"/>
            <a:ext cx="7272853" cy="1982760"/>
          </a:xfrm>
          <a:prstGeom prst="rect">
            <a:avLst/>
          </a:prstGeom>
        </p:spPr>
        <p:txBody>
          <a:bodyPr vert="horz" wrap="square" lIns="0" tIns="360000" rIns="360000" bIns="360000" rtlCol="0" anchor="ctr"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9" name="Text Placeholder 1">
            <a:extLst>
              <a:ext uri="{FF2B5EF4-FFF2-40B4-BE49-F238E27FC236}">
                <a16:creationId xmlns:a16="http://schemas.microsoft.com/office/drawing/2014/main" id="{1CFECE27-1DD7-CC2D-70C9-2E01D1F7EDC7}"/>
              </a:ext>
            </a:extLst>
          </p:cNvPr>
          <p:cNvSpPr>
            <a:spLocks noGrp="1"/>
          </p:cNvSpPr>
          <p:nvPr>
            <p:ph type="body" idx="25" hasCustomPrompt="1"/>
            <p:custDataLst>
              <p:tags r:id="rId3"/>
            </p:custDataLst>
          </p:nvPr>
        </p:nvSpPr>
        <p:spPr>
          <a:xfrm>
            <a:off x="587374" y="4516603"/>
            <a:ext cx="5040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6" name="Text Placeholder 2">
            <a:extLst>
              <a:ext uri="{FF2B5EF4-FFF2-40B4-BE49-F238E27FC236}">
                <a16:creationId xmlns:a16="http://schemas.microsoft.com/office/drawing/2014/main" id="{3453105B-4DEA-6BAB-4DB4-549D41840915}"/>
              </a:ext>
            </a:extLst>
          </p:cNvPr>
          <p:cNvSpPr>
            <a:spLocks noGrp="1"/>
          </p:cNvSpPr>
          <p:nvPr>
            <p:ph type="body" idx="29" hasCustomPrompt="1"/>
            <p:custDataLst>
              <p:tags r:id="rId4"/>
            </p:custDataLst>
          </p:nvPr>
        </p:nvSpPr>
        <p:spPr>
          <a:xfrm>
            <a:off x="6564628" y="4516605"/>
            <a:ext cx="5040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0" name="Subtitle Placeholder 1">
            <a:extLst>
              <a:ext uri="{FF2B5EF4-FFF2-40B4-BE49-F238E27FC236}">
                <a16:creationId xmlns:a16="http://schemas.microsoft.com/office/drawing/2014/main" id="{5F8C6DF4-83F8-6205-E4EC-51391D789178}"/>
              </a:ext>
            </a:extLst>
          </p:cNvPr>
          <p:cNvSpPr>
            <a:spLocks noGrp="1"/>
          </p:cNvSpPr>
          <p:nvPr>
            <p:ph type="body" idx="31" hasCustomPrompt="1"/>
            <p:custDataLst>
              <p:tags r:id="rId5"/>
            </p:custDataLst>
          </p:nvPr>
        </p:nvSpPr>
        <p:spPr>
          <a:xfrm>
            <a:off x="587374" y="3804827"/>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1" name="Straight Connector 10">
            <a:extLst>
              <a:ext uri="{FF2B5EF4-FFF2-40B4-BE49-F238E27FC236}">
                <a16:creationId xmlns:a16="http://schemas.microsoft.com/office/drawing/2014/main" id="{7CFCE9A0-3812-4124-4F2F-5316A67754B6}"/>
              </a:ext>
            </a:extLst>
          </p:cNvPr>
          <p:cNvCxnSpPr>
            <a:cxnSpLocks/>
          </p:cNvCxnSpPr>
          <p:nvPr userDrawn="1"/>
        </p:nvCxnSpPr>
        <p:spPr>
          <a:xfrm flipH="1">
            <a:off x="587374" y="380482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5" name="Subtitle Placeholder 2">
            <a:extLst>
              <a:ext uri="{FF2B5EF4-FFF2-40B4-BE49-F238E27FC236}">
                <a16:creationId xmlns:a16="http://schemas.microsoft.com/office/drawing/2014/main" id="{BC1B15A6-2F5B-04E4-67D1-452AF907FD23}"/>
              </a:ext>
            </a:extLst>
          </p:cNvPr>
          <p:cNvSpPr>
            <a:spLocks noGrp="1"/>
          </p:cNvSpPr>
          <p:nvPr>
            <p:ph type="body" idx="32" hasCustomPrompt="1"/>
            <p:custDataLst>
              <p:tags r:id="rId6"/>
            </p:custDataLst>
          </p:nvPr>
        </p:nvSpPr>
        <p:spPr>
          <a:xfrm>
            <a:off x="6565144" y="3804827"/>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6" name="Straight Connector 15">
            <a:extLst>
              <a:ext uri="{FF2B5EF4-FFF2-40B4-BE49-F238E27FC236}">
                <a16:creationId xmlns:a16="http://schemas.microsoft.com/office/drawing/2014/main" id="{C3765637-9984-1831-C66A-B7C08C43DD4B}"/>
              </a:ext>
            </a:extLst>
          </p:cNvPr>
          <p:cNvCxnSpPr>
            <a:cxnSpLocks/>
          </p:cNvCxnSpPr>
          <p:nvPr userDrawn="1"/>
        </p:nvCxnSpPr>
        <p:spPr>
          <a:xfrm flipH="1">
            <a:off x="6565144" y="380482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4" name="Ellipse">
            <a:extLst>
              <a:ext uri="{FF2B5EF4-FFF2-40B4-BE49-F238E27FC236}">
                <a16:creationId xmlns:a16="http://schemas.microsoft.com/office/drawing/2014/main" id="{55DD797B-DEA6-A889-E142-319BBE814CB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Ellipse">
            <a:extLst>
              <a:ext uri="{FF2B5EF4-FFF2-40B4-BE49-F238E27FC236}">
                <a16:creationId xmlns:a16="http://schemas.microsoft.com/office/drawing/2014/main" id="{0E99DF2D-4142-D778-B1A4-CF82FDC92781}"/>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8" name="Ellipse">
            <a:extLst>
              <a:ext uri="{FF2B5EF4-FFF2-40B4-BE49-F238E27FC236}">
                <a16:creationId xmlns:a16="http://schemas.microsoft.com/office/drawing/2014/main" id="{DBD83F2C-A5A2-1086-BEDE-4339AA89357C}"/>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Ellipse">
            <a:extLst>
              <a:ext uri="{FF2B5EF4-FFF2-40B4-BE49-F238E27FC236}">
                <a16:creationId xmlns:a16="http://schemas.microsoft.com/office/drawing/2014/main" id="{630A5B8F-420C-7948-EFC4-8B3DDA058E42}"/>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8040760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box2V2">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1437C87-0515-8F9B-3509-CD9412F56782}"/>
              </a:ext>
            </a:extLst>
          </p:cNvPr>
          <p:cNvSpPr/>
          <p:nvPr userDrawn="1"/>
        </p:nvSpPr>
        <p:spPr>
          <a:xfrm flipH="1">
            <a:off x="0" y="0"/>
            <a:ext cx="609600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7" y="1304925"/>
            <a:ext cx="5039997" cy="1883593"/>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3"/>
            </p:custDataLst>
          </p:nvPr>
        </p:nvSpPr>
        <p:spPr>
          <a:xfrm>
            <a:off x="587374" y="4522876"/>
            <a:ext cx="5040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4"/>
            </p:custDataLst>
          </p:nvPr>
        </p:nvSpPr>
        <p:spPr>
          <a:xfrm>
            <a:off x="6564628" y="4522877"/>
            <a:ext cx="5040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2" name="Subtitle Placeholder 2">
            <a:extLst>
              <a:ext uri="{FF2B5EF4-FFF2-40B4-BE49-F238E27FC236}">
                <a16:creationId xmlns:a16="http://schemas.microsoft.com/office/drawing/2014/main" id="{5C980161-4B4A-2BB0-C8D9-7F18A7AB09A0}"/>
              </a:ext>
            </a:extLst>
          </p:cNvPr>
          <p:cNvSpPr>
            <a:spLocks noGrp="1"/>
          </p:cNvSpPr>
          <p:nvPr>
            <p:ph type="body" idx="31" hasCustomPrompt="1"/>
            <p:custDataLst>
              <p:tags r:id="rId5"/>
            </p:custDataLst>
          </p:nvPr>
        </p:nvSpPr>
        <p:spPr>
          <a:xfrm>
            <a:off x="587374" y="3811099"/>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38110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6"/>
            </p:custDataLst>
          </p:nvPr>
        </p:nvSpPr>
        <p:spPr>
          <a:xfrm>
            <a:off x="6565144" y="3811099"/>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6565144" y="38110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Picture Placeholder 19">
            <a:extLst>
              <a:ext uri="{FF2B5EF4-FFF2-40B4-BE49-F238E27FC236}">
                <a16:creationId xmlns:a16="http://schemas.microsoft.com/office/drawing/2014/main" id="{9EBB4E83-EC08-08ED-AD81-0A639AA860C7}"/>
              </a:ext>
            </a:extLst>
          </p:cNvPr>
          <p:cNvSpPr>
            <a:spLocks noGrp="1"/>
          </p:cNvSpPr>
          <p:nvPr>
            <p:ph type="pic" sz="quarter" idx="27"/>
          </p:nvPr>
        </p:nvSpPr>
        <p:spPr>
          <a:xfrm>
            <a:off x="8075613" y="594244"/>
            <a:ext cx="3529011" cy="2834756"/>
          </a:xfrm>
          <a:prstGeom prst="rect">
            <a:avLst/>
          </a:prstGeom>
        </p:spPr>
        <p:txBody>
          <a:bodyPr/>
          <a:lstStyle/>
          <a:p>
            <a:endParaRPr lang="ru-RU"/>
          </a:p>
        </p:txBody>
      </p:sp>
      <p:sp>
        <p:nvSpPr>
          <p:cNvPr id="5" name="Ellipse">
            <a:extLst>
              <a:ext uri="{FF2B5EF4-FFF2-40B4-BE49-F238E27FC236}">
                <a16:creationId xmlns:a16="http://schemas.microsoft.com/office/drawing/2014/main" id="{FAC89B70-1815-9735-A75D-C719971EA7B4}"/>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05BC855D-EC7B-2C35-35FF-3DC35CD1567B}"/>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Ellipse">
            <a:extLst>
              <a:ext uri="{FF2B5EF4-FFF2-40B4-BE49-F238E27FC236}">
                <a16:creationId xmlns:a16="http://schemas.microsoft.com/office/drawing/2014/main" id="{ED6F4D13-326F-E7F9-AAC0-5FAE4798B576}"/>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AB57FE0A-5B22-2B06-0A8E-D3CA17198094}"/>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821078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box2V3">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1437C87-0515-8F9B-3509-CD9412F56782}"/>
              </a:ext>
            </a:extLst>
          </p:cNvPr>
          <p:cNvSpPr/>
          <p:nvPr userDrawn="1"/>
        </p:nvSpPr>
        <p:spPr>
          <a:xfrm>
            <a:off x="6203950" y="3438591"/>
            <a:ext cx="5988050" cy="34194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7" y="1304925"/>
            <a:ext cx="7272336" cy="1255728"/>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3"/>
            </p:custDataLst>
          </p:nvPr>
        </p:nvSpPr>
        <p:spPr>
          <a:xfrm>
            <a:off x="587374" y="4512716"/>
            <a:ext cx="5040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4"/>
            </p:custDataLst>
          </p:nvPr>
        </p:nvSpPr>
        <p:spPr>
          <a:xfrm>
            <a:off x="6564628" y="4512717"/>
            <a:ext cx="5040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5"/>
            </p:custDataLst>
          </p:nvPr>
        </p:nvSpPr>
        <p:spPr>
          <a:xfrm>
            <a:off x="587374" y="3800939"/>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380093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6"/>
            </p:custDataLst>
          </p:nvPr>
        </p:nvSpPr>
        <p:spPr>
          <a:xfrm>
            <a:off x="6565144" y="3800939"/>
            <a:ext cx="5040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6565144" y="380093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7" name="Ellipse">
            <a:extLst>
              <a:ext uri="{FF2B5EF4-FFF2-40B4-BE49-F238E27FC236}">
                <a16:creationId xmlns:a16="http://schemas.microsoft.com/office/drawing/2014/main" id="{A18CF4D1-4135-947B-4DAC-90F07B16F375}"/>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Ellipse">
            <a:extLst>
              <a:ext uri="{FF2B5EF4-FFF2-40B4-BE49-F238E27FC236}">
                <a16:creationId xmlns:a16="http://schemas.microsoft.com/office/drawing/2014/main" id="{B62BA71D-F59A-C952-7D1B-96AE5B3576FD}"/>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9" name="Ellipse">
            <a:extLst>
              <a:ext uri="{FF2B5EF4-FFF2-40B4-BE49-F238E27FC236}">
                <a16:creationId xmlns:a16="http://schemas.microsoft.com/office/drawing/2014/main" id="{F7708B9C-7D3C-0C44-EDC7-84C5AC195C1F}"/>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Ellipse">
            <a:extLst>
              <a:ext uri="{FF2B5EF4-FFF2-40B4-BE49-F238E27FC236}">
                <a16:creationId xmlns:a16="http://schemas.microsoft.com/office/drawing/2014/main" id="{8D21AF27-9F0E-864E-9711-0C3E51B08D78}"/>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5171572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box3V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5E895EA-70D0-6D6F-0FDF-3EBE972F7A5E}"/>
              </a:ext>
            </a:extLst>
          </p:cNvPr>
          <p:cNvSpPr/>
          <p:nvPr userDrawn="1"/>
        </p:nvSpPr>
        <p:spPr>
          <a:xfrm>
            <a:off x="0" y="0"/>
            <a:ext cx="8796338" cy="29241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4512716"/>
            <a:ext cx="3529014"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4331197" y="4512715"/>
            <a:ext cx="3528000"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821259"/>
            <a:ext cx="3529014"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4331713" y="3821259"/>
            <a:ext cx="3528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4331713"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8079603" y="4512716"/>
            <a:ext cx="3528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8080119" y="3821259"/>
            <a:ext cx="3528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8080118"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0" name="Title Placeholder">
            <a:extLst>
              <a:ext uri="{FF2B5EF4-FFF2-40B4-BE49-F238E27FC236}">
                <a16:creationId xmlns:a16="http://schemas.microsoft.com/office/drawing/2014/main" id="{9E3357E2-6EBD-1EF8-A6F2-B135B35B91D6}"/>
              </a:ext>
            </a:extLst>
          </p:cNvPr>
          <p:cNvSpPr>
            <a:spLocks noGrp="1"/>
          </p:cNvSpPr>
          <p:nvPr>
            <p:ph type="title" hasCustomPrompt="1"/>
            <p:custDataLst>
              <p:tags r:id="rId8"/>
            </p:custDataLst>
          </p:nvPr>
        </p:nvSpPr>
        <p:spPr>
          <a:xfrm>
            <a:off x="587378" y="1304925"/>
            <a:ext cx="8208960" cy="991380"/>
          </a:xfrm>
          <a:prstGeom prst="rect">
            <a:avLst/>
          </a:prstGeom>
        </p:spPr>
        <p:txBody>
          <a:bodyPr vert="horz" wrap="square" lIns="0" tIns="0" rIns="360000" bIns="36000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15" name="Ellipse">
            <a:extLst>
              <a:ext uri="{FF2B5EF4-FFF2-40B4-BE49-F238E27FC236}">
                <a16:creationId xmlns:a16="http://schemas.microsoft.com/office/drawing/2014/main" id="{3C77AB7F-AE13-2896-3AE5-35C615514DAD}"/>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Ellipse">
            <a:extLst>
              <a:ext uri="{FF2B5EF4-FFF2-40B4-BE49-F238E27FC236}">
                <a16:creationId xmlns:a16="http://schemas.microsoft.com/office/drawing/2014/main" id="{5A4329AB-25BC-697E-5D0A-5FC456C299E3}"/>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Ellipse">
            <a:extLst>
              <a:ext uri="{FF2B5EF4-FFF2-40B4-BE49-F238E27FC236}">
                <a16:creationId xmlns:a16="http://schemas.microsoft.com/office/drawing/2014/main" id="{FA43AC4D-75CC-3260-2849-608B3DFC9549}"/>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Ellipse">
            <a:extLst>
              <a:ext uri="{FF2B5EF4-FFF2-40B4-BE49-F238E27FC236}">
                <a16:creationId xmlns:a16="http://schemas.microsoft.com/office/drawing/2014/main" id="{498EC7A4-6378-1993-1099-D6F404681E75}"/>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92659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box3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4512716"/>
            <a:ext cx="3529014"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4331197" y="4512715"/>
            <a:ext cx="3528000"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821259"/>
            <a:ext cx="3529014"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4331713" y="3821259"/>
            <a:ext cx="3528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4331713"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8079603" y="4512715"/>
            <a:ext cx="3528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8080119" y="3821259"/>
            <a:ext cx="3528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8080119"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5545E59F-151B-4068-8D7C-CE6A9BE4702D}"/>
              </a:ext>
            </a:extLst>
          </p:cNvPr>
          <p:cNvSpPr/>
          <p:nvPr userDrawn="1"/>
        </p:nvSpPr>
        <p:spPr>
          <a:xfrm>
            <a:off x="1" y="1290968"/>
            <a:ext cx="8796338" cy="21380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itle Placeholder">
            <a:extLst>
              <a:ext uri="{FF2B5EF4-FFF2-40B4-BE49-F238E27FC236}">
                <a16:creationId xmlns:a16="http://schemas.microsoft.com/office/drawing/2014/main" id="{FF6FBC3E-0DC3-76E7-1736-44C93DC0C1F0}"/>
              </a:ext>
            </a:extLst>
          </p:cNvPr>
          <p:cNvSpPr>
            <a:spLocks noGrp="1"/>
          </p:cNvSpPr>
          <p:nvPr>
            <p:ph type="title" hasCustomPrompt="1"/>
            <p:custDataLst>
              <p:tags r:id="rId8"/>
            </p:custDataLst>
          </p:nvPr>
        </p:nvSpPr>
        <p:spPr>
          <a:xfrm>
            <a:off x="586860" y="1368603"/>
            <a:ext cx="7272853" cy="1982760"/>
          </a:xfrm>
          <a:prstGeom prst="rect">
            <a:avLst/>
          </a:prstGeom>
        </p:spPr>
        <p:txBody>
          <a:bodyPr vert="horz" wrap="square" lIns="0" tIns="360000" rIns="360000" bIns="360000" rtlCol="0" anchor="ctr"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7" name="Ellipse">
            <a:extLst>
              <a:ext uri="{FF2B5EF4-FFF2-40B4-BE49-F238E27FC236}">
                <a16:creationId xmlns:a16="http://schemas.microsoft.com/office/drawing/2014/main" id="{F5354BFA-EF66-D2CF-B524-524F9939956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20D941B3-64DE-1115-10C2-00321BC4A418}"/>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Ellipse">
            <a:extLst>
              <a:ext uri="{FF2B5EF4-FFF2-40B4-BE49-F238E27FC236}">
                <a16:creationId xmlns:a16="http://schemas.microsoft.com/office/drawing/2014/main" id="{808CC4CE-C143-F86E-A2B2-66712309A84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D043079D-FAF0-50F1-531F-6CB6247620EE}"/>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7482959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box3V3">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45E59F-151B-4068-8D7C-CE6A9BE4702D}"/>
              </a:ext>
            </a:extLst>
          </p:cNvPr>
          <p:cNvSpPr/>
          <p:nvPr userDrawn="1"/>
        </p:nvSpPr>
        <p:spPr>
          <a:xfrm>
            <a:off x="0" y="1290968"/>
            <a:ext cx="8800119" cy="213803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4512716"/>
            <a:ext cx="3529014"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4331197" y="4512715"/>
            <a:ext cx="3528000"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821259"/>
            <a:ext cx="3529014"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4331713" y="3821259"/>
            <a:ext cx="3528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4331713"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8079603" y="4512715"/>
            <a:ext cx="3528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8080119" y="3821259"/>
            <a:ext cx="3528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8080119" y="382125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9" name="Title Placeholder">
            <a:extLst>
              <a:ext uri="{FF2B5EF4-FFF2-40B4-BE49-F238E27FC236}">
                <a16:creationId xmlns:a16="http://schemas.microsoft.com/office/drawing/2014/main" id="{FF6FBC3E-0DC3-76E7-1736-44C93DC0C1F0}"/>
              </a:ext>
            </a:extLst>
          </p:cNvPr>
          <p:cNvSpPr>
            <a:spLocks noGrp="1"/>
          </p:cNvSpPr>
          <p:nvPr>
            <p:ph type="title" hasCustomPrompt="1"/>
            <p:custDataLst>
              <p:tags r:id="rId8"/>
            </p:custDataLst>
          </p:nvPr>
        </p:nvSpPr>
        <p:spPr>
          <a:xfrm>
            <a:off x="586860" y="1368603"/>
            <a:ext cx="8209478" cy="1982760"/>
          </a:xfrm>
          <a:prstGeom prst="rect">
            <a:avLst/>
          </a:prstGeom>
        </p:spPr>
        <p:txBody>
          <a:bodyPr vert="horz" wrap="square" lIns="0" tIns="360000" rIns="360000" bIns="360000" rtlCol="0" anchor="ctr"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7" name="Ellipse">
            <a:extLst>
              <a:ext uri="{FF2B5EF4-FFF2-40B4-BE49-F238E27FC236}">
                <a16:creationId xmlns:a16="http://schemas.microsoft.com/office/drawing/2014/main" id="{D9E2ADE1-8D87-9DDA-F4FC-72A4699BF3E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979642EA-40D6-7EE7-B01B-7BCA21186AF9}"/>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Ellipse">
            <a:extLst>
              <a:ext uri="{FF2B5EF4-FFF2-40B4-BE49-F238E27FC236}">
                <a16:creationId xmlns:a16="http://schemas.microsoft.com/office/drawing/2014/main" id="{B80DEC18-7F90-DFB5-DE5F-A81A34908495}"/>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90DDCD0D-A4AD-FB70-F873-31198E232153}"/>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8462971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box4V1">
    <p:bg>
      <p:bgPr>
        <a:solidFill>
          <a:schemeClr val="accent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A7E324-14F7-457B-9C05-78AB800217AE}"/>
              </a:ext>
            </a:extLst>
          </p:cNvPr>
          <p:cNvSpPr/>
          <p:nvPr userDrawn="1"/>
        </p:nvSpPr>
        <p:spPr>
          <a:xfrm>
            <a:off x="0" y="0"/>
            <a:ext cx="11604625" cy="29241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4496156"/>
            <a:ext cx="2592389"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3400743" y="4496155"/>
            <a:ext cx="2592000"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804699"/>
            <a:ext cx="2592389"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3401259" y="3804699"/>
            <a:ext cx="2592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3401259"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6208643" y="4496155"/>
            <a:ext cx="2592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6209159" y="3804699"/>
            <a:ext cx="2592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6209159"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0" name="Title Placeholder">
            <a:extLst>
              <a:ext uri="{FF2B5EF4-FFF2-40B4-BE49-F238E27FC236}">
                <a16:creationId xmlns:a16="http://schemas.microsoft.com/office/drawing/2014/main" id="{9E3357E2-6EBD-1EF8-A6F2-B135B35B91D6}"/>
              </a:ext>
            </a:extLst>
          </p:cNvPr>
          <p:cNvSpPr>
            <a:spLocks noGrp="1"/>
          </p:cNvSpPr>
          <p:nvPr>
            <p:ph type="title" hasCustomPrompt="1"/>
            <p:custDataLst>
              <p:tags r:id="rId8"/>
            </p:custDataLst>
          </p:nvPr>
        </p:nvSpPr>
        <p:spPr>
          <a:xfrm>
            <a:off x="587378" y="1304925"/>
            <a:ext cx="8208960" cy="1619244"/>
          </a:xfrm>
          <a:prstGeom prst="rect">
            <a:avLst/>
          </a:prstGeom>
        </p:spPr>
        <p:txBody>
          <a:bodyPr vert="horz" wrap="square" lIns="0" tIns="0" rIns="0" bIns="36000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cxnSp>
        <p:nvCxnSpPr>
          <p:cNvPr id="8" name="Straight Connector 7">
            <a:extLst>
              <a:ext uri="{FF2B5EF4-FFF2-40B4-BE49-F238E27FC236}">
                <a16:creationId xmlns:a16="http://schemas.microsoft.com/office/drawing/2014/main" id="{231477C4-A7EA-675F-153F-C65AC0016AB0}"/>
              </a:ext>
            </a:extLst>
          </p:cNvPr>
          <p:cNvCxnSpPr>
            <a:cxnSpLocks/>
          </p:cNvCxnSpPr>
          <p:nvPr userDrawn="1"/>
        </p:nvCxnSpPr>
        <p:spPr>
          <a:xfrm flipH="1">
            <a:off x="587374"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9" name="Text Placeholder 4">
            <a:extLst>
              <a:ext uri="{FF2B5EF4-FFF2-40B4-BE49-F238E27FC236}">
                <a16:creationId xmlns:a16="http://schemas.microsoft.com/office/drawing/2014/main" id="{CBC0B4AB-A9BE-B76D-58F3-91B8113E6136}"/>
              </a:ext>
            </a:extLst>
          </p:cNvPr>
          <p:cNvSpPr>
            <a:spLocks noGrp="1"/>
          </p:cNvSpPr>
          <p:nvPr>
            <p:ph type="body" idx="35" hasCustomPrompt="1"/>
            <p:custDataLst>
              <p:tags r:id="rId9"/>
            </p:custDataLst>
          </p:nvPr>
        </p:nvSpPr>
        <p:spPr>
          <a:xfrm>
            <a:off x="9015732" y="4496155"/>
            <a:ext cx="2592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11" name="Subtitle Placeholder 4">
            <a:extLst>
              <a:ext uri="{FF2B5EF4-FFF2-40B4-BE49-F238E27FC236}">
                <a16:creationId xmlns:a16="http://schemas.microsoft.com/office/drawing/2014/main" id="{A44A4247-E0AF-CE71-EDC9-386059BD59EF}"/>
              </a:ext>
            </a:extLst>
          </p:cNvPr>
          <p:cNvSpPr>
            <a:spLocks noGrp="1"/>
          </p:cNvSpPr>
          <p:nvPr>
            <p:ph type="body" idx="36" hasCustomPrompt="1"/>
            <p:custDataLst>
              <p:tags r:id="rId10"/>
            </p:custDataLst>
          </p:nvPr>
        </p:nvSpPr>
        <p:spPr>
          <a:xfrm>
            <a:off x="9016248" y="3804699"/>
            <a:ext cx="2592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2" name="Straight Connector 11">
            <a:extLst>
              <a:ext uri="{FF2B5EF4-FFF2-40B4-BE49-F238E27FC236}">
                <a16:creationId xmlns:a16="http://schemas.microsoft.com/office/drawing/2014/main" id="{28E13733-9469-62B3-D40C-DAA3393541CC}"/>
              </a:ext>
            </a:extLst>
          </p:cNvPr>
          <p:cNvCxnSpPr>
            <a:cxnSpLocks/>
          </p:cNvCxnSpPr>
          <p:nvPr userDrawn="1"/>
        </p:nvCxnSpPr>
        <p:spPr>
          <a:xfrm flipH="1">
            <a:off x="9016248"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4" name="Ellipse">
            <a:extLst>
              <a:ext uri="{FF2B5EF4-FFF2-40B4-BE49-F238E27FC236}">
                <a16:creationId xmlns:a16="http://schemas.microsoft.com/office/drawing/2014/main" id="{3D235488-1260-17B6-2946-D2E6C3F277CD}"/>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6FF51F08-8CC5-6B7A-E4A8-36E1127143D1}"/>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Ellipse">
            <a:extLst>
              <a:ext uri="{FF2B5EF4-FFF2-40B4-BE49-F238E27FC236}">
                <a16:creationId xmlns:a16="http://schemas.microsoft.com/office/drawing/2014/main" id="{D4CFF748-02DF-BB6A-F1FD-9E151F4EE006}"/>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Ellipse">
            <a:extLst>
              <a:ext uri="{FF2B5EF4-FFF2-40B4-BE49-F238E27FC236}">
                <a16:creationId xmlns:a16="http://schemas.microsoft.com/office/drawing/2014/main" id="{2D03BBBE-7E2A-4A44-0695-907B88020ACA}"/>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0745296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box4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4496156"/>
            <a:ext cx="2592389"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3400743" y="4496155"/>
            <a:ext cx="2592000" cy="176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804699"/>
            <a:ext cx="2592389"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3401259" y="3804699"/>
            <a:ext cx="2592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3401259"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6208643" y="4496155"/>
            <a:ext cx="2592000" cy="176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6209159" y="3804699"/>
            <a:ext cx="2592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6209159"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0" name="Title Placeholder">
            <a:extLst>
              <a:ext uri="{FF2B5EF4-FFF2-40B4-BE49-F238E27FC236}">
                <a16:creationId xmlns:a16="http://schemas.microsoft.com/office/drawing/2014/main" id="{9E3357E2-6EBD-1EF8-A6F2-B135B35B91D6}"/>
              </a:ext>
            </a:extLst>
          </p:cNvPr>
          <p:cNvSpPr>
            <a:spLocks noGrp="1"/>
          </p:cNvSpPr>
          <p:nvPr>
            <p:ph type="title" hasCustomPrompt="1"/>
            <p:custDataLst>
              <p:tags r:id="rId8"/>
            </p:custDataLst>
          </p:nvPr>
        </p:nvSpPr>
        <p:spPr>
          <a:xfrm>
            <a:off x="587378" y="1304925"/>
            <a:ext cx="7272335" cy="1883593"/>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cxnSp>
        <p:nvCxnSpPr>
          <p:cNvPr id="8" name="Straight Connector 7">
            <a:extLst>
              <a:ext uri="{FF2B5EF4-FFF2-40B4-BE49-F238E27FC236}">
                <a16:creationId xmlns:a16="http://schemas.microsoft.com/office/drawing/2014/main" id="{231477C4-A7EA-675F-153F-C65AC0016AB0}"/>
              </a:ext>
            </a:extLst>
          </p:cNvPr>
          <p:cNvCxnSpPr>
            <a:cxnSpLocks/>
          </p:cNvCxnSpPr>
          <p:nvPr userDrawn="1"/>
        </p:nvCxnSpPr>
        <p:spPr>
          <a:xfrm flipH="1">
            <a:off x="587374"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9" name="Text Placeholder 4">
            <a:extLst>
              <a:ext uri="{FF2B5EF4-FFF2-40B4-BE49-F238E27FC236}">
                <a16:creationId xmlns:a16="http://schemas.microsoft.com/office/drawing/2014/main" id="{CBC0B4AB-A9BE-B76D-58F3-91B8113E6136}"/>
              </a:ext>
            </a:extLst>
          </p:cNvPr>
          <p:cNvSpPr>
            <a:spLocks noGrp="1"/>
          </p:cNvSpPr>
          <p:nvPr>
            <p:ph type="body" idx="35" hasCustomPrompt="1"/>
            <p:custDataLst>
              <p:tags r:id="rId9"/>
            </p:custDataLst>
          </p:nvPr>
        </p:nvSpPr>
        <p:spPr>
          <a:xfrm>
            <a:off x="9015732" y="4496155"/>
            <a:ext cx="2592000" cy="1767266"/>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11" name="Subtitle Placeholder 4">
            <a:extLst>
              <a:ext uri="{FF2B5EF4-FFF2-40B4-BE49-F238E27FC236}">
                <a16:creationId xmlns:a16="http://schemas.microsoft.com/office/drawing/2014/main" id="{A44A4247-E0AF-CE71-EDC9-386059BD59EF}"/>
              </a:ext>
            </a:extLst>
          </p:cNvPr>
          <p:cNvSpPr>
            <a:spLocks noGrp="1"/>
          </p:cNvSpPr>
          <p:nvPr>
            <p:ph type="body" idx="36" hasCustomPrompt="1"/>
            <p:custDataLst>
              <p:tags r:id="rId10"/>
            </p:custDataLst>
          </p:nvPr>
        </p:nvSpPr>
        <p:spPr>
          <a:xfrm>
            <a:off x="9016248" y="3804699"/>
            <a:ext cx="2592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2" name="Straight Connector 11">
            <a:extLst>
              <a:ext uri="{FF2B5EF4-FFF2-40B4-BE49-F238E27FC236}">
                <a16:creationId xmlns:a16="http://schemas.microsoft.com/office/drawing/2014/main" id="{28E13733-9469-62B3-D40C-DAA3393541CC}"/>
              </a:ext>
            </a:extLst>
          </p:cNvPr>
          <p:cNvCxnSpPr>
            <a:cxnSpLocks/>
          </p:cNvCxnSpPr>
          <p:nvPr userDrawn="1"/>
        </p:nvCxnSpPr>
        <p:spPr>
          <a:xfrm flipH="1">
            <a:off x="9016248" y="380469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7" name="Ellipse">
            <a:extLst>
              <a:ext uri="{FF2B5EF4-FFF2-40B4-BE49-F238E27FC236}">
                <a16:creationId xmlns:a16="http://schemas.microsoft.com/office/drawing/2014/main" id="{A75C854B-6E8C-76BB-E440-2DE88382F099}"/>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Ellipse">
            <a:extLst>
              <a:ext uri="{FF2B5EF4-FFF2-40B4-BE49-F238E27FC236}">
                <a16:creationId xmlns:a16="http://schemas.microsoft.com/office/drawing/2014/main" id="{EA2931D5-AD8E-3485-E31B-F83D972ED46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Ellipse">
            <a:extLst>
              <a:ext uri="{FF2B5EF4-FFF2-40B4-BE49-F238E27FC236}">
                <a16:creationId xmlns:a16="http://schemas.microsoft.com/office/drawing/2014/main" id="{098F535E-EE70-4618-649E-C816C578B02F}"/>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Ellipse">
            <a:extLst>
              <a:ext uri="{FF2B5EF4-FFF2-40B4-BE49-F238E27FC236}">
                <a16:creationId xmlns:a16="http://schemas.microsoft.com/office/drawing/2014/main" id="{091E8182-CD7D-F0C8-928A-7224AAC4AF2F}"/>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5413292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1385303" y="2822073"/>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8208962"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10" name="Subtitle Placeholder 2">
            <a:extLst>
              <a:ext uri="{FF2B5EF4-FFF2-40B4-BE49-F238E27FC236}">
                <a16:creationId xmlns:a16="http://schemas.microsoft.com/office/drawing/2014/main" id="{349C84A5-D941-31E8-226A-73B0D9D3AC9F}"/>
              </a:ext>
            </a:extLst>
          </p:cNvPr>
          <p:cNvSpPr>
            <a:spLocks noGrp="1"/>
          </p:cNvSpPr>
          <p:nvPr>
            <p:ph type="body" idx="27" hasCustomPrompt="1"/>
            <p:custDataLst>
              <p:tags r:id="rId4"/>
            </p:custDataLst>
          </p:nvPr>
        </p:nvSpPr>
        <p:spPr>
          <a:xfrm>
            <a:off x="1385303" y="3767392"/>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4" name="Subtitle Placeholder 3">
            <a:extLst>
              <a:ext uri="{FF2B5EF4-FFF2-40B4-BE49-F238E27FC236}">
                <a16:creationId xmlns:a16="http://schemas.microsoft.com/office/drawing/2014/main" id="{EFCFC07E-6914-CBB5-E1AF-8C96E246D67B}"/>
              </a:ext>
            </a:extLst>
          </p:cNvPr>
          <p:cNvSpPr>
            <a:spLocks noGrp="1"/>
          </p:cNvSpPr>
          <p:nvPr>
            <p:ph type="body" idx="28" hasCustomPrompt="1"/>
            <p:custDataLst>
              <p:tags r:id="rId5"/>
            </p:custDataLst>
          </p:nvPr>
        </p:nvSpPr>
        <p:spPr>
          <a:xfrm>
            <a:off x="1385303" y="4712711"/>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7" name="Subtitle Placeholder 4">
            <a:extLst>
              <a:ext uri="{FF2B5EF4-FFF2-40B4-BE49-F238E27FC236}">
                <a16:creationId xmlns:a16="http://schemas.microsoft.com/office/drawing/2014/main" id="{728ABC78-FCFD-FB7C-265C-68110EC6A7B2}"/>
              </a:ext>
            </a:extLst>
          </p:cNvPr>
          <p:cNvSpPr>
            <a:spLocks noGrp="1"/>
          </p:cNvSpPr>
          <p:nvPr>
            <p:ph type="body" idx="29" hasCustomPrompt="1"/>
            <p:custDataLst>
              <p:tags r:id="rId6"/>
            </p:custDataLst>
          </p:nvPr>
        </p:nvSpPr>
        <p:spPr>
          <a:xfrm>
            <a:off x="1385303" y="5658029"/>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5" name="Subtitle Placeholder 5">
            <a:extLst>
              <a:ext uri="{FF2B5EF4-FFF2-40B4-BE49-F238E27FC236}">
                <a16:creationId xmlns:a16="http://schemas.microsoft.com/office/drawing/2014/main" id="{FC3E7F55-4B91-97AE-D87A-699F4C158424}"/>
              </a:ext>
            </a:extLst>
          </p:cNvPr>
          <p:cNvSpPr>
            <a:spLocks noGrp="1"/>
          </p:cNvSpPr>
          <p:nvPr>
            <p:ph type="body" idx="30" hasCustomPrompt="1"/>
            <p:custDataLst>
              <p:tags r:id="rId7"/>
            </p:custDataLst>
          </p:nvPr>
        </p:nvSpPr>
        <p:spPr>
          <a:xfrm>
            <a:off x="7001880" y="2822073"/>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0" name="Subtitle Placeholder 6">
            <a:extLst>
              <a:ext uri="{FF2B5EF4-FFF2-40B4-BE49-F238E27FC236}">
                <a16:creationId xmlns:a16="http://schemas.microsoft.com/office/drawing/2014/main" id="{7BC7C539-2A32-DB1B-91B2-F74BFA6FC2FC}"/>
              </a:ext>
            </a:extLst>
          </p:cNvPr>
          <p:cNvSpPr>
            <a:spLocks noGrp="1"/>
          </p:cNvSpPr>
          <p:nvPr>
            <p:ph type="body" idx="31" hasCustomPrompt="1"/>
            <p:custDataLst>
              <p:tags r:id="rId8"/>
            </p:custDataLst>
          </p:nvPr>
        </p:nvSpPr>
        <p:spPr>
          <a:xfrm>
            <a:off x="7001880" y="3767392"/>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8" name="Subtitle Placeholder 7">
            <a:extLst>
              <a:ext uri="{FF2B5EF4-FFF2-40B4-BE49-F238E27FC236}">
                <a16:creationId xmlns:a16="http://schemas.microsoft.com/office/drawing/2014/main" id="{456F180B-6D09-DA53-3F0C-8DF3CB45310A}"/>
              </a:ext>
            </a:extLst>
          </p:cNvPr>
          <p:cNvSpPr>
            <a:spLocks noGrp="1"/>
          </p:cNvSpPr>
          <p:nvPr>
            <p:ph type="body" idx="32" hasCustomPrompt="1"/>
            <p:custDataLst>
              <p:tags r:id="rId9"/>
            </p:custDataLst>
          </p:nvPr>
        </p:nvSpPr>
        <p:spPr>
          <a:xfrm>
            <a:off x="7001880" y="4712711"/>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2" name="Subtitle Placeholder 8">
            <a:extLst>
              <a:ext uri="{FF2B5EF4-FFF2-40B4-BE49-F238E27FC236}">
                <a16:creationId xmlns:a16="http://schemas.microsoft.com/office/drawing/2014/main" id="{05355031-73D4-4FBE-32F6-79AFA2CD994C}"/>
              </a:ext>
            </a:extLst>
          </p:cNvPr>
          <p:cNvSpPr>
            <a:spLocks noGrp="1"/>
          </p:cNvSpPr>
          <p:nvPr>
            <p:ph type="body" idx="33" hasCustomPrompt="1"/>
            <p:custDataLst>
              <p:tags r:id="rId10"/>
            </p:custDataLst>
          </p:nvPr>
        </p:nvSpPr>
        <p:spPr>
          <a:xfrm>
            <a:off x="7001880" y="5658029"/>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73751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6" y="3161498"/>
            <a:ext cx="3529012" cy="1255728"/>
          </a:xfrm>
          <a:prstGeom prst="rect">
            <a:avLst/>
          </a:prstGeom>
        </p:spPr>
        <p:txBody>
          <a:bodyPr vert="horz" wrap="square" lIns="0" tIns="0" rIns="0" bIns="0" rtlCol="0" anchor="ctr"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5" name="Subtitle Placeholder 1">
            <a:extLst>
              <a:ext uri="{FF2B5EF4-FFF2-40B4-BE49-F238E27FC236}">
                <a16:creationId xmlns:a16="http://schemas.microsoft.com/office/drawing/2014/main" id="{FC3E7F55-4B91-97AE-D87A-699F4C158424}"/>
              </a:ext>
            </a:extLst>
          </p:cNvPr>
          <p:cNvSpPr>
            <a:spLocks noGrp="1"/>
          </p:cNvSpPr>
          <p:nvPr>
            <p:ph type="body" idx="30" hasCustomPrompt="1"/>
            <p:custDataLst>
              <p:tags r:id="rId3"/>
            </p:custDataLst>
          </p:nvPr>
        </p:nvSpPr>
        <p:spPr>
          <a:xfrm>
            <a:off x="5159690" y="2232885"/>
            <a:ext cx="6444935" cy="276999"/>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grpSp>
        <p:nvGrpSpPr>
          <p:cNvPr id="6" name="Group 5">
            <a:extLst>
              <a:ext uri="{FF2B5EF4-FFF2-40B4-BE49-F238E27FC236}">
                <a16:creationId xmlns:a16="http://schemas.microsoft.com/office/drawing/2014/main" id="{C014C0F1-9BB6-B035-3A3F-AE0BAFA3F100}"/>
              </a:ext>
            </a:extLst>
          </p:cNvPr>
          <p:cNvGrpSpPr/>
          <p:nvPr userDrawn="1"/>
        </p:nvGrpSpPr>
        <p:grpSpPr>
          <a:xfrm>
            <a:off x="4355438" y="2032612"/>
            <a:ext cx="677545" cy="677545"/>
            <a:chOff x="587375" y="2770459"/>
            <a:chExt cx="677545" cy="677545"/>
          </a:xfrm>
        </p:grpSpPr>
        <p:sp>
          <p:nvSpPr>
            <p:cNvPr id="9" name="Ellipse">
              <a:extLst>
                <a:ext uri="{FF2B5EF4-FFF2-40B4-BE49-F238E27FC236}">
                  <a16:creationId xmlns:a16="http://schemas.microsoft.com/office/drawing/2014/main" id="{A80E5ED1-1CDD-A284-BCDB-F881E28CD93C}"/>
                </a:ext>
              </a:extLst>
            </p:cNvPr>
            <p:cNvSpPr/>
            <p:nvPr userDrawn="1"/>
          </p:nvSpPr>
          <p:spPr>
            <a:xfrm>
              <a:off x="587375" y="277045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Graphic 10" descr="Arrow Right outline">
              <a:extLst>
                <a:ext uri="{FF2B5EF4-FFF2-40B4-BE49-F238E27FC236}">
                  <a16:creationId xmlns:a16="http://schemas.microsoft.com/office/drawing/2014/main" id="{18B405A8-D2D1-3D2C-33BE-33FC3BB01EAF}"/>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16744" y="2899828"/>
              <a:ext cx="418806" cy="418806"/>
            </a:xfrm>
            <a:prstGeom prst="rect">
              <a:avLst/>
            </a:prstGeom>
          </p:spPr>
        </p:pic>
      </p:grpSp>
      <p:sp>
        <p:nvSpPr>
          <p:cNvPr id="20" name="Subtitle Placeholder 2">
            <a:extLst>
              <a:ext uri="{FF2B5EF4-FFF2-40B4-BE49-F238E27FC236}">
                <a16:creationId xmlns:a16="http://schemas.microsoft.com/office/drawing/2014/main" id="{7BC7C539-2A32-DB1B-91B2-F74BFA6FC2FC}"/>
              </a:ext>
            </a:extLst>
          </p:cNvPr>
          <p:cNvSpPr>
            <a:spLocks noGrp="1"/>
          </p:cNvSpPr>
          <p:nvPr>
            <p:ph type="body" idx="31" hasCustomPrompt="1"/>
            <p:custDataLst>
              <p:tags r:id="rId4"/>
            </p:custDataLst>
          </p:nvPr>
        </p:nvSpPr>
        <p:spPr>
          <a:xfrm>
            <a:off x="5159690" y="3178204"/>
            <a:ext cx="6444935" cy="276999"/>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grpSp>
        <p:nvGrpSpPr>
          <p:cNvPr id="21" name="Group 20">
            <a:extLst>
              <a:ext uri="{FF2B5EF4-FFF2-40B4-BE49-F238E27FC236}">
                <a16:creationId xmlns:a16="http://schemas.microsoft.com/office/drawing/2014/main" id="{17E2B6C2-9CF5-75DD-C6CC-857A3DC2D1DF}"/>
              </a:ext>
            </a:extLst>
          </p:cNvPr>
          <p:cNvGrpSpPr/>
          <p:nvPr userDrawn="1"/>
        </p:nvGrpSpPr>
        <p:grpSpPr>
          <a:xfrm>
            <a:off x="4355438" y="2977931"/>
            <a:ext cx="677545" cy="677545"/>
            <a:chOff x="587375" y="3602773"/>
            <a:chExt cx="677545" cy="677545"/>
          </a:xfrm>
        </p:grpSpPr>
        <p:sp>
          <p:nvSpPr>
            <p:cNvPr id="22" name="Ellipse">
              <a:extLst>
                <a:ext uri="{FF2B5EF4-FFF2-40B4-BE49-F238E27FC236}">
                  <a16:creationId xmlns:a16="http://schemas.microsoft.com/office/drawing/2014/main" id="{3F1C090B-2E87-EDA4-D794-7834C7F462A8}"/>
                </a:ext>
              </a:extLst>
            </p:cNvPr>
            <p:cNvSpPr/>
            <p:nvPr userDrawn="1"/>
          </p:nvSpPr>
          <p:spPr>
            <a:xfrm>
              <a:off x="587375" y="3602773"/>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27" name="Graphic 26" descr="Arrow Right outline">
              <a:extLst>
                <a:ext uri="{FF2B5EF4-FFF2-40B4-BE49-F238E27FC236}">
                  <a16:creationId xmlns:a16="http://schemas.microsoft.com/office/drawing/2014/main" id="{AB20F326-6799-B343-E6FF-D44230968836}"/>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16744" y="3732142"/>
              <a:ext cx="418806" cy="418806"/>
            </a:xfrm>
            <a:prstGeom prst="rect">
              <a:avLst/>
            </a:prstGeom>
          </p:spPr>
        </p:pic>
      </p:grpSp>
      <p:sp>
        <p:nvSpPr>
          <p:cNvPr id="28" name="Subtitle Placeholder 3">
            <a:extLst>
              <a:ext uri="{FF2B5EF4-FFF2-40B4-BE49-F238E27FC236}">
                <a16:creationId xmlns:a16="http://schemas.microsoft.com/office/drawing/2014/main" id="{456F180B-6D09-DA53-3F0C-8DF3CB45310A}"/>
              </a:ext>
            </a:extLst>
          </p:cNvPr>
          <p:cNvSpPr>
            <a:spLocks noGrp="1"/>
          </p:cNvSpPr>
          <p:nvPr>
            <p:ph type="body" idx="32" hasCustomPrompt="1"/>
            <p:custDataLst>
              <p:tags r:id="rId5"/>
            </p:custDataLst>
          </p:nvPr>
        </p:nvSpPr>
        <p:spPr>
          <a:xfrm>
            <a:off x="5159690" y="4123523"/>
            <a:ext cx="6444935" cy="276999"/>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grpSp>
        <p:nvGrpSpPr>
          <p:cNvPr id="29" name="Group 28">
            <a:extLst>
              <a:ext uri="{FF2B5EF4-FFF2-40B4-BE49-F238E27FC236}">
                <a16:creationId xmlns:a16="http://schemas.microsoft.com/office/drawing/2014/main" id="{417E1056-611B-7C5B-78F0-A0DDBA07B366}"/>
              </a:ext>
            </a:extLst>
          </p:cNvPr>
          <p:cNvGrpSpPr/>
          <p:nvPr userDrawn="1"/>
        </p:nvGrpSpPr>
        <p:grpSpPr>
          <a:xfrm>
            <a:off x="4355438" y="3923250"/>
            <a:ext cx="677545" cy="677545"/>
            <a:chOff x="587375" y="4435087"/>
            <a:chExt cx="677545" cy="677545"/>
          </a:xfrm>
        </p:grpSpPr>
        <p:sp>
          <p:nvSpPr>
            <p:cNvPr id="30" name="Ellipse">
              <a:extLst>
                <a:ext uri="{FF2B5EF4-FFF2-40B4-BE49-F238E27FC236}">
                  <a16:creationId xmlns:a16="http://schemas.microsoft.com/office/drawing/2014/main" id="{98E61792-568C-8E8C-82B7-1BAA27338F82}"/>
                </a:ext>
              </a:extLst>
            </p:cNvPr>
            <p:cNvSpPr/>
            <p:nvPr userDrawn="1"/>
          </p:nvSpPr>
          <p:spPr>
            <a:xfrm>
              <a:off x="587375" y="4435087"/>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31" name="Graphic 30" descr="Arrow Right outline">
              <a:extLst>
                <a:ext uri="{FF2B5EF4-FFF2-40B4-BE49-F238E27FC236}">
                  <a16:creationId xmlns:a16="http://schemas.microsoft.com/office/drawing/2014/main" id="{BFE9431A-0CA3-3725-6371-9F8930ED6B6B}"/>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716744" y="4564456"/>
              <a:ext cx="418806" cy="418806"/>
            </a:xfrm>
            <a:prstGeom prst="rect">
              <a:avLst/>
            </a:prstGeom>
          </p:spPr>
        </p:pic>
      </p:grpSp>
      <p:sp>
        <p:nvSpPr>
          <p:cNvPr id="32" name="Subtitle Placeholder 4">
            <a:extLst>
              <a:ext uri="{FF2B5EF4-FFF2-40B4-BE49-F238E27FC236}">
                <a16:creationId xmlns:a16="http://schemas.microsoft.com/office/drawing/2014/main" id="{05355031-73D4-4FBE-32F6-79AFA2CD994C}"/>
              </a:ext>
            </a:extLst>
          </p:cNvPr>
          <p:cNvSpPr>
            <a:spLocks noGrp="1"/>
          </p:cNvSpPr>
          <p:nvPr>
            <p:ph type="body" idx="33" hasCustomPrompt="1"/>
            <p:custDataLst>
              <p:tags r:id="rId6"/>
            </p:custDataLst>
          </p:nvPr>
        </p:nvSpPr>
        <p:spPr>
          <a:xfrm>
            <a:off x="5159690" y="5068841"/>
            <a:ext cx="6444935" cy="276999"/>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grpSp>
        <p:nvGrpSpPr>
          <p:cNvPr id="33" name="Group 32">
            <a:extLst>
              <a:ext uri="{FF2B5EF4-FFF2-40B4-BE49-F238E27FC236}">
                <a16:creationId xmlns:a16="http://schemas.microsoft.com/office/drawing/2014/main" id="{C184460A-2A6C-9F80-5180-82BA9EAD04CD}"/>
              </a:ext>
            </a:extLst>
          </p:cNvPr>
          <p:cNvGrpSpPr/>
          <p:nvPr userDrawn="1"/>
        </p:nvGrpSpPr>
        <p:grpSpPr>
          <a:xfrm>
            <a:off x="4355438" y="4868568"/>
            <a:ext cx="677545" cy="677545"/>
            <a:chOff x="587375" y="5267401"/>
            <a:chExt cx="677545" cy="677545"/>
          </a:xfrm>
        </p:grpSpPr>
        <p:sp>
          <p:nvSpPr>
            <p:cNvPr id="34" name="Ellipse">
              <a:extLst>
                <a:ext uri="{FF2B5EF4-FFF2-40B4-BE49-F238E27FC236}">
                  <a16:creationId xmlns:a16="http://schemas.microsoft.com/office/drawing/2014/main" id="{6B137CA8-16ED-C5F9-2C9C-803592062A19}"/>
                </a:ext>
              </a:extLst>
            </p:cNvPr>
            <p:cNvSpPr/>
            <p:nvPr userDrawn="1"/>
          </p:nvSpPr>
          <p:spPr>
            <a:xfrm>
              <a:off x="587375" y="5267401"/>
              <a:ext cx="677545" cy="67754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5" name="Graphic 34" descr="Arrow Right outline">
              <a:extLst>
                <a:ext uri="{FF2B5EF4-FFF2-40B4-BE49-F238E27FC236}">
                  <a16:creationId xmlns:a16="http://schemas.microsoft.com/office/drawing/2014/main" id="{7105CCC6-E450-4FD7-C289-FB3B90D1418B}"/>
                </a:ext>
              </a:extLst>
            </p:cNvPr>
            <p:cNvPicPr>
              <a:picLocks noChangeAspect="1"/>
            </p:cNvPicPr>
            <p:nvPr userDrawn="1"/>
          </p:nvPicPr>
          <p:blipFill>
            <a:blip r:embed="rId10">
              <a:extLst>
                <a:ext uri="{96DAC541-7B7A-43D3-8B79-37D633B846F1}">
                  <asvg:svgBlip xmlns:asvg="http://schemas.microsoft.com/office/drawing/2016/SVG/main" r:embed="rId11"/>
                </a:ext>
              </a:extLst>
            </a:blip>
            <a:srcRect/>
            <a:stretch/>
          </p:blipFill>
          <p:spPr>
            <a:xfrm>
              <a:off x="716744" y="5396770"/>
              <a:ext cx="418806" cy="418806"/>
            </a:xfrm>
            <a:prstGeom prst="rect">
              <a:avLst/>
            </a:prstGeom>
          </p:spPr>
        </p:pic>
      </p:grpSp>
      <p:sp>
        <p:nvSpPr>
          <p:cNvPr id="4" name="Ellipse">
            <a:extLst>
              <a:ext uri="{FF2B5EF4-FFF2-40B4-BE49-F238E27FC236}">
                <a16:creationId xmlns:a16="http://schemas.microsoft.com/office/drawing/2014/main" id="{49F1705A-355B-5604-7E12-339369C0356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9A62D06-937E-80A1-AA1E-E9353D4DF767}"/>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F79F6505-5CCE-A9AE-59CF-0B86A9A9EEF4}"/>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E31A132C-304F-51F6-B58B-ECA8044EDCC8}"/>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9335752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AgendaGoal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add text</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1385303" y="2822073"/>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5400674"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10" name="Subtitle Placeholder 2">
            <a:extLst>
              <a:ext uri="{FF2B5EF4-FFF2-40B4-BE49-F238E27FC236}">
                <a16:creationId xmlns:a16="http://schemas.microsoft.com/office/drawing/2014/main" id="{349C84A5-D941-31E8-226A-73B0D9D3AC9F}"/>
              </a:ext>
            </a:extLst>
          </p:cNvPr>
          <p:cNvSpPr>
            <a:spLocks noGrp="1"/>
          </p:cNvSpPr>
          <p:nvPr>
            <p:ph type="body" idx="27" hasCustomPrompt="1"/>
            <p:custDataLst>
              <p:tags r:id="rId4"/>
            </p:custDataLst>
          </p:nvPr>
        </p:nvSpPr>
        <p:spPr>
          <a:xfrm>
            <a:off x="1385303" y="3767392"/>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4" name="Subtitle Placeholder 3">
            <a:extLst>
              <a:ext uri="{FF2B5EF4-FFF2-40B4-BE49-F238E27FC236}">
                <a16:creationId xmlns:a16="http://schemas.microsoft.com/office/drawing/2014/main" id="{EFCFC07E-6914-CBB5-E1AF-8C96E246D67B}"/>
              </a:ext>
            </a:extLst>
          </p:cNvPr>
          <p:cNvSpPr>
            <a:spLocks noGrp="1"/>
          </p:cNvSpPr>
          <p:nvPr>
            <p:ph type="body" idx="28" hasCustomPrompt="1"/>
            <p:custDataLst>
              <p:tags r:id="rId5"/>
            </p:custDataLst>
          </p:nvPr>
        </p:nvSpPr>
        <p:spPr>
          <a:xfrm>
            <a:off x="1385303" y="4712711"/>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7" name="Subtitle Placeholder 4">
            <a:extLst>
              <a:ext uri="{FF2B5EF4-FFF2-40B4-BE49-F238E27FC236}">
                <a16:creationId xmlns:a16="http://schemas.microsoft.com/office/drawing/2014/main" id="{728ABC78-FCFD-FB7C-265C-68110EC6A7B2}"/>
              </a:ext>
            </a:extLst>
          </p:cNvPr>
          <p:cNvSpPr>
            <a:spLocks noGrp="1"/>
          </p:cNvSpPr>
          <p:nvPr>
            <p:ph type="body" idx="29" hasCustomPrompt="1"/>
            <p:custDataLst>
              <p:tags r:id="rId6"/>
            </p:custDataLst>
          </p:nvPr>
        </p:nvSpPr>
        <p:spPr>
          <a:xfrm>
            <a:off x="1385303" y="5658029"/>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 name="Subtitle Placeholder 5">
            <a:extLst>
              <a:ext uri="{FF2B5EF4-FFF2-40B4-BE49-F238E27FC236}">
                <a16:creationId xmlns:a16="http://schemas.microsoft.com/office/drawing/2014/main" id="{FC3E7F55-4B91-97AE-D87A-699F4C158424}"/>
              </a:ext>
            </a:extLst>
          </p:cNvPr>
          <p:cNvSpPr>
            <a:spLocks noGrp="1"/>
          </p:cNvSpPr>
          <p:nvPr>
            <p:ph type="body" idx="30" hasCustomPrompt="1"/>
            <p:custDataLst>
              <p:tags r:id="rId7"/>
            </p:custDataLst>
          </p:nvPr>
        </p:nvSpPr>
        <p:spPr>
          <a:xfrm>
            <a:off x="7001880" y="2822073"/>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0" name="Subtitle Placeholder 6">
            <a:extLst>
              <a:ext uri="{FF2B5EF4-FFF2-40B4-BE49-F238E27FC236}">
                <a16:creationId xmlns:a16="http://schemas.microsoft.com/office/drawing/2014/main" id="{7BC7C539-2A32-DB1B-91B2-F74BFA6FC2FC}"/>
              </a:ext>
            </a:extLst>
          </p:cNvPr>
          <p:cNvSpPr>
            <a:spLocks noGrp="1"/>
          </p:cNvSpPr>
          <p:nvPr>
            <p:ph type="body" idx="31" hasCustomPrompt="1"/>
            <p:custDataLst>
              <p:tags r:id="rId8"/>
            </p:custDataLst>
          </p:nvPr>
        </p:nvSpPr>
        <p:spPr>
          <a:xfrm>
            <a:off x="7001880" y="3767392"/>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8" name="Subtitle Placeholder 7">
            <a:extLst>
              <a:ext uri="{FF2B5EF4-FFF2-40B4-BE49-F238E27FC236}">
                <a16:creationId xmlns:a16="http://schemas.microsoft.com/office/drawing/2014/main" id="{456F180B-6D09-DA53-3F0C-8DF3CB45310A}"/>
              </a:ext>
            </a:extLst>
          </p:cNvPr>
          <p:cNvSpPr>
            <a:spLocks noGrp="1"/>
          </p:cNvSpPr>
          <p:nvPr>
            <p:ph type="body" idx="32" hasCustomPrompt="1"/>
            <p:custDataLst>
              <p:tags r:id="rId9"/>
            </p:custDataLst>
          </p:nvPr>
        </p:nvSpPr>
        <p:spPr>
          <a:xfrm>
            <a:off x="7001880" y="4712711"/>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2" name="Subtitle Placeholder 8">
            <a:extLst>
              <a:ext uri="{FF2B5EF4-FFF2-40B4-BE49-F238E27FC236}">
                <a16:creationId xmlns:a16="http://schemas.microsoft.com/office/drawing/2014/main" id="{05355031-73D4-4FBE-32F6-79AFA2CD994C}"/>
              </a:ext>
            </a:extLst>
          </p:cNvPr>
          <p:cNvSpPr>
            <a:spLocks noGrp="1"/>
          </p:cNvSpPr>
          <p:nvPr>
            <p:ph type="body" idx="33" hasCustomPrompt="1"/>
            <p:custDataLst>
              <p:tags r:id="rId10"/>
            </p:custDataLst>
          </p:nvPr>
        </p:nvSpPr>
        <p:spPr>
          <a:xfrm>
            <a:off x="7001880" y="5658029"/>
            <a:ext cx="4602747" cy="553998"/>
          </a:xfrm>
        </p:spPr>
        <p:txBody>
          <a:bodyPr wrap="square" lIns="108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81C7C478-2ADF-E36B-CBD5-6E92D1C1E0AC}"/>
              </a:ext>
            </a:extLst>
          </p:cNvPr>
          <p:cNvSpPr>
            <a:spLocks noGrp="1"/>
          </p:cNvSpPr>
          <p:nvPr>
            <p:ph type="body" idx="25" hasCustomPrompt="1"/>
            <p:custDataLst>
              <p:tags r:id="rId11"/>
            </p:custDataLst>
          </p:nvPr>
        </p:nvSpPr>
        <p:spPr>
          <a:xfrm>
            <a:off x="6207760" y="1304925"/>
            <a:ext cx="5400674" cy="938014"/>
          </a:xfrm>
        </p:spPr>
        <p:txBody>
          <a:bodyPr wrap="square" lIns="0" tIns="0" rIns="0" bIns="0" anchor="t" anchorCtr="0">
            <a:sp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br>
              <a:rPr lang="en-US"/>
            </a:br>
            <a:br>
              <a:rPr lang="en-US"/>
            </a:br>
            <a:endParaRPr lang="ru-RU" dirty="0"/>
          </a:p>
        </p:txBody>
      </p:sp>
    </p:spTree>
    <p:extLst>
      <p:ext uri="{BB962C8B-B14F-4D97-AF65-F5344CB8AC3E}">
        <p14:creationId xmlns:p14="http://schemas.microsoft.com/office/powerpoint/2010/main" val="37936288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ummary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Text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4116388" y="2426020"/>
            <a:ext cx="3022465" cy="1000274"/>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8208962"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grpSp>
        <p:nvGrpSpPr>
          <p:cNvPr id="2" name="Group 1">
            <a:extLst>
              <a:ext uri="{FF2B5EF4-FFF2-40B4-BE49-F238E27FC236}">
                <a16:creationId xmlns:a16="http://schemas.microsoft.com/office/drawing/2014/main" id="{C2CB8C24-5D97-C756-0619-C367C79FC16B}"/>
              </a:ext>
            </a:extLst>
          </p:cNvPr>
          <p:cNvGrpSpPr/>
          <p:nvPr userDrawn="1"/>
        </p:nvGrpSpPr>
        <p:grpSpPr>
          <a:xfrm>
            <a:off x="3413463" y="2675527"/>
            <a:ext cx="501261" cy="501261"/>
            <a:chOff x="587375" y="2760299"/>
            <a:chExt cx="677545" cy="677545"/>
          </a:xfrm>
        </p:grpSpPr>
        <p:sp>
          <p:nvSpPr>
            <p:cNvPr id="4" name="Ellipse">
              <a:extLst>
                <a:ext uri="{FF2B5EF4-FFF2-40B4-BE49-F238E27FC236}">
                  <a16:creationId xmlns:a16="http://schemas.microsoft.com/office/drawing/2014/main" id="{3F677F80-ED1C-BE07-12D4-B503DDCB7DFC}"/>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8" name="Graphic 7" descr="Checkmark outline">
              <a:extLst>
                <a:ext uri="{FF2B5EF4-FFF2-40B4-BE49-F238E27FC236}">
                  <a16:creationId xmlns:a16="http://schemas.microsoft.com/office/drawing/2014/main" id="{A392506B-908B-1DE3-6BB0-A59D290AE45D}"/>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sp>
        <p:nvSpPr>
          <p:cNvPr id="10" name="Text Placeholder 2">
            <a:extLst>
              <a:ext uri="{FF2B5EF4-FFF2-40B4-BE49-F238E27FC236}">
                <a16:creationId xmlns:a16="http://schemas.microsoft.com/office/drawing/2014/main" id="{349C84A5-D941-31E8-226A-73B0D9D3AC9F}"/>
              </a:ext>
            </a:extLst>
          </p:cNvPr>
          <p:cNvSpPr>
            <a:spLocks noGrp="1"/>
          </p:cNvSpPr>
          <p:nvPr userDrawn="1">
            <p:ph type="body" idx="27" hasCustomPrompt="1"/>
            <p:custDataLst>
              <p:tags r:id="rId4"/>
            </p:custDataLst>
          </p:nvPr>
        </p:nvSpPr>
        <p:spPr>
          <a:xfrm>
            <a:off x="4116388" y="3847334"/>
            <a:ext cx="3022465" cy="1000800"/>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4" name="Text Placeholder 3">
            <a:extLst>
              <a:ext uri="{FF2B5EF4-FFF2-40B4-BE49-F238E27FC236}">
                <a16:creationId xmlns:a16="http://schemas.microsoft.com/office/drawing/2014/main" id="{EFCFC07E-6914-CBB5-E1AF-8C96E246D67B}"/>
              </a:ext>
            </a:extLst>
          </p:cNvPr>
          <p:cNvSpPr>
            <a:spLocks noGrp="1"/>
          </p:cNvSpPr>
          <p:nvPr userDrawn="1">
            <p:ph type="body" idx="28" hasCustomPrompt="1"/>
            <p:custDataLst>
              <p:tags r:id="rId5"/>
            </p:custDataLst>
          </p:nvPr>
        </p:nvSpPr>
        <p:spPr>
          <a:xfrm>
            <a:off x="4116388" y="5269175"/>
            <a:ext cx="3022465" cy="1000800"/>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5" name="Text Placeholder 4">
            <a:extLst>
              <a:ext uri="{FF2B5EF4-FFF2-40B4-BE49-F238E27FC236}">
                <a16:creationId xmlns:a16="http://schemas.microsoft.com/office/drawing/2014/main" id="{FC3E7F55-4B91-97AE-D87A-699F4C158424}"/>
              </a:ext>
            </a:extLst>
          </p:cNvPr>
          <p:cNvSpPr>
            <a:spLocks noGrp="1"/>
          </p:cNvSpPr>
          <p:nvPr userDrawn="1">
            <p:ph type="body" idx="30" hasCustomPrompt="1"/>
            <p:custDataLst>
              <p:tags r:id="rId6"/>
            </p:custDataLst>
          </p:nvPr>
        </p:nvSpPr>
        <p:spPr>
          <a:xfrm>
            <a:off x="8561840" y="2425757"/>
            <a:ext cx="3022465" cy="1000800"/>
          </a:xfrm>
        </p:spPr>
        <p:txBody>
          <a:bodyPr wrap="square" lIns="0" tIns="0" rIns="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0" name="Text Placeholder 5">
            <a:extLst>
              <a:ext uri="{FF2B5EF4-FFF2-40B4-BE49-F238E27FC236}">
                <a16:creationId xmlns:a16="http://schemas.microsoft.com/office/drawing/2014/main" id="{7BC7C539-2A32-DB1B-91B2-F74BFA6FC2FC}"/>
              </a:ext>
            </a:extLst>
          </p:cNvPr>
          <p:cNvSpPr>
            <a:spLocks noGrp="1"/>
          </p:cNvSpPr>
          <p:nvPr userDrawn="1">
            <p:ph type="body" idx="31" hasCustomPrompt="1"/>
            <p:custDataLst>
              <p:tags r:id="rId7"/>
            </p:custDataLst>
          </p:nvPr>
        </p:nvSpPr>
        <p:spPr>
          <a:xfrm>
            <a:off x="8561840" y="3847334"/>
            <a:ext cx="3022465" cy="1000800"/>
          </a:xfrm>
        </p:spPr>
        <p:txBody>
          <a:bodyPr wrap="square" lIns="0" tIns="0" rIns="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1" name="Group 40">
            <a:extLst>
              <a:ext uri="{FF2B5EF4-FFF2-40B4-BE49-F238E27FC236}">
                <a16:creationId xmlns:a16="http://schemas.microsoft.com/office/drawing/2014/main" id="{E3FC2D58-419F-A027-4E0A-1B72C5DF48AA}"/>
              </a:ext>
            </a:extLst>
          </p:cNvPr>
          <p:cNvGrpSpPr/>
          <p:nvPr userDrawn="1"/>
        </p:nvGrpSpPr>
        <p:grpSpPr>
          <a:xfrm>
            <a:off x="7858915" y="2675527"/>
            <a:ext cx="501261" cy="501261"/>
            <a:chOff x="587375" y="2760299"/>
            <a:chExt cx="677545" cy="677545"/>
          </a:xfrm>
        </p:grpSpPr>
        <p:sp>
          <p:nvSpPr>
            <p:cNvPr id="42" name="Ellipse">
              <a:extLst>
                <a:ext uri="{FF2B5EF4-FFF2-40B4-BE49-F238E27FC236}">
                  <a16:creationId xmlns:a16="http://schemas.microsoft.com/office/drawing/2014/main" id="{A292E62A-C05B-1D71-306A-ECE816EE819C}"/>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3" name="Graphic 42" descr="Checkmark outline">
              <a:extLst>
                <a:ext uri="{FF2B5EF4-FFF2-40B4-BE49-F238E27FC236}">
                  <a16:creationId xmlns:a16="http://schemas.microsoft.com/office/drawing/2014/main" id="{F400BAB5-83A9-9213-85D3-8F2BDDA11895}"/>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44" name="Group 43">
            <a:extLst>
              <a:ext uri="{FF2B5EF4-FFF2-40B4-BE49-F238E27FC236}">
                <a16:creationId xmlns:a16="http://schemas.microsoft.com/office/drawing/2014/main" id="{02F4E71F-A8FD-B715-00A9-662C807531D7}"/>
              </a:ext>
            </a:extLst>
          </p:cNvPr>
          <p:cNvGrpSpPr/>
          <p:nvPr userDrawn="1"/>
        </p:nvGrpSpPr>
        <p:grpSpPr>
          <a:xfrm>
            <a:off x="3413463" y="4097104"/>
            <a:ext cx="501261" cy="501261"/>
            <a:chOff x="587375" y="2760299"/>
            <a:chExt cx="677545" cy="677545"/>
          </a:xfrm>
        </p:grpSpPr>
        <p:sp>
          <p:nvSpPr>
            <p:cNvPr id="45" name="Ellipse">
              <a:extLst>
                <a:ext uri="{FF2B5EF4-FFF2-40B4-BE49-F238E27FC236}">
                  <a16:creationId xmlns:a16="http://schemas.microsoft.com/office/drawing/2014/main" id="{61FAE73E-68FC-2253-83BB-1EDF58592F7F}"/>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6" name="Graphic 45" descr="Checkmark outline">
              <a:extLst>
                <a:ext uri="{FF2B5EF4-FFF2-40B4-BE49-F238E27FC236}">
                  <a16:creationId xmlns:a16="http://schemas.microsoft.com/office/drawing/2014/main" id="{A976C8F6-07B4-3976-17D7-7C2E75323798}"/>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50" name="Group 49">
            <a:extLst>
              <a:ext uri="{FF2B5EF4-FFF2-40B4-BE49-F238E27FC236}">
                <a16:creationId xmlns:a16="http://schemas.microsoft.com/office/drawing/2014/main" id="{BD9233E2-A258-28BA-A945-B6806DDE31A4}"/>
              </a:ext>
            </a:extLst>
          </p:cNvPr>
          <p:cNvGrpSpPr/>
          <p:nvPr userDrawn="1"/>
        </p:nvGrpSpPr>
        <p:grpSpPr>
          <a:xfrm>
            <a:off x="3413463" y="5518945"/>
            <a:ext cx="501261" cy="501261"/>
            <a:chOff x="587375" y="2760299"/>
            <a:chExt cx="677545" cy="677545"/>
          </a:xfrm>
        </p:grpSpPr>
        <p:sp>
          <p:nvSpPr>
            <p:cNvPr id="51" name="Ellipse">
              <a:extLst>
                <a:ext uri="{FF2B5EF4-FFF2-40B4-BE49-F238E27FC236}">
                  <a16:creationId xmlns:a16="http://schemas.microsoft.com/office/drawing/2014/main" id="{37FC0AAD-38C0-421B-17A5-9366A2E98E59}"/>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2" name="Graphic 51" descr="Checkmark outline">
              <a:extLst>
                <a:ext uri="{FF2B5EF4-FFF2-40B4-BE49-F238E27FC236}">
                  <a16:creationId xmlns:a16="http://schemas.microsoft.com/office/drawing/2014/main" id="{2201AD48-1700-7571-376A-A17203BC8B6B}"/>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53" name="Group 52">
            <a:extLst>
              <a:ext uri="{FF2B5EF4-FFF2-40B4-BE49-F238E27FC236}">
                <a16:creationId xmlns:a16="http://schemas.microsoft.com/office/drawing/2014/main" id="{85F37811-1CE9-632D-1B6B-E459CAB2A625}"/>
              </a:ext>
            </a:extLst>
          </p:cNvPr>
          <p:cNvGrpSpPr/>
          <p:nvPr userDrawn="1"/>
        </p:nvGrpSpPr>
        <p:grpSpPr>
          <a:xfrm>
            <a:off x="7858915" y="4097104"/>
            <a:ext cx="501261" cy="501261"/>
            <a:chOff x="587375" y="2760299"/>
            <a:chExt cx="677545" cy="677545"/>
          </a:xfrm>
        </p:grpSpPr>
        <p:sp>
          <p:nvSpPr>
            <p:cNvPr id="54" name="Ellipse">
              <a:extLst>
                <a:ext uri="{FF2B5EF4-FFF2-40B4-BE49-F238E27FC236}">
                  <a16:creationId xmlns:a16="http://schemas.microsoft.com/office/drawing/2014/main" id="{10B66899-938C-103C-D9C2-838979CB843A}"/>
                </a:ext>
              </a:extLst>
            </p:cNvPr>
            <p:cNvSpPr/>
            <p:nvPr userDrawn="1"/>
          </p:nvSpPr>
          <p:spPr>
            <a:xfrm>
              <a:off x="587375" y="2760299"/>
              <a:ext cx="677545" cy="67754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5" name="Graphic 54" descr="Checkmark outline">
              <a:extLst>
                <a:ext uri="{FF2B5EF4-FFF2-40B4-BE49-F238E27FC236}">
                  <a16:creationId xmlns:a16="http://schemas.microsoft.com/office/drawing/2014/main" id="{FEF85E43-E65A-6F2E-362F-4236BBCEE141}"/>
                </a:ext>
              </a:extLst>
            </p:cNvPr>
            <p:cNvPicPr>
              <a:picLocks noChangeAspect="1"/>
            </p:cNvPicPr>
            <p:nvPr userDrawn="1"/>
          </p:nvPicPr>
          <p:blipFill>
            <a:blip r:embed="rId11">
              <a:extLst>
                <a:ext uri="{96DAC541-7B7A-43D3-8B79-37D633B846F1}">
                  <asvg:svgBlip xmlns:asvg="http://schemas.microsoft.com/office/drawing/2016/SVG/main" r:embed="rId12"/>
                </a:ext>
              </a:extLst>
            </a:blip>
            <a:srcRect/>
            <a:stretch/>
          </p:blipFill>
          <p:spPr>
            <a:xfrm>
              <a:off x="782147" y="2955071"/>
              <a:ext cx="288000" cy="288000"/>
            </a:xfrm>
            <a:prstGeom prst="rect">
              <a:avLst/>
            </a:prstGeom>
          </p:spPr>
        </p:pic>
      </p:grpSp>
    </p:spTree>
    <p:extLst>
      <p:ext uri="{BB962C8B-B14F-4D97-AF65-F5344CB8AC3E}">
        <p14:creationId xmlns:p14="http://schemas.microsoft.com/office/powerpoint/2010/main" val="29533548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ummary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Text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6981508" y="1323928"/>
            <a:ext cx="4623116" cy="800219"/>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3744912" cy="1255728"/>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grpSp>
        <p:nvGrpSpPr>
          <p:cNvPr id="2" name="Group 1">
            <a:extLst>
              <a:ext uri="{FF2B5EF4-FFF2-40B4-BE49-F238E27FC236}">
                <a16:creationId xmlns:a16="http://schemas.microsoft.com/office/drawing/2014/main" id="{C2CB8C24-5D97-C756-0619-C367C79FC16B}"/>
              </a:ext>
            </a:extLst>
          </p:cNvPr>
          <p:cNvGrpSpPr/>
          <p:nvPr userDrawn="1"/>
        </p:nvGrpSpPr>
        <p:grpSpPr>
          <a:xfrm>
            <a:off x="6278583" y="1473407"/>
            <a:ext cx="501261" cy="501261"/>
            <a:chOff x="587375" y="2760299"/>
            <a:chExt cx="677545" cy="677545"/>
          </a:xfrm>
        </p:grpSpPr>
        <p:sp>
          <p:nvSpPr>
            <p:cNvPr id="4" name="Ellipse">
              <a:extLst>
                <a:ext uri="{FF2B5EF4-FFF2-40B4-BE49-F238E27FC236}">
                  <a16:creationId xmlns:a16="http://schemas.microsoft.com/office/drawing/2014/main" id="{3F677F80-ED1C-BE07-12D4-B503DDCB7DFC}"/>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8" name="Graphic 7" descr="Checkmark outline">
              <a:extLst>
                <a:ext uri="{FF2B5EF4-FFF2-40B4-BE49-F238E27FC236}">
                  <a16:creationId xmlns:a16="http://schemas.microsoft.com/office/drawing/2014/main" id="{A392506B-908B-1DE3-6BB0-A59D290AE45D}"/>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sp>
        <p:nvSpPr>
          <p:cNvPr id="10" name="Text Placeholder 2">
            <a:extLst>
              <a:ext uri="{FF2B5EF4-FFF2-40B4-BE49-F238E27FC236}">
                <a16:creationId xmlns:a16="http://schemas.microsoft.com/office/drawing/2014/main" id="{349C84A5-D941-31E8-226A-73B0D9D3AC9F}"/>
              </a:ext>
            </a:extLst>
          </p:cNvPr>
          <p:cNvSpPr>
            <a:spLocks noGrp="1"/>
          </p:cNvSpPr>
          <p:nvPr userDrawn="1">
            <p:ph type="body" idx="27" hasCustomPrompt="1"/>
            <p:custDataLst>
              <p:tags r:id="rId4"/>
            </p:custDataLst>
          </p:nvPr>
        </p:nvSpPr>
        <p:spPr>
          <a:xfrm>
            <a:off x="6981507" y="2362110"/>
            <a:ext cx="4622400" cy="799200"/>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4" name="Text Placeholder 3">
            <a:extLst>
              <a:ext uri="{FF2B5EF4-FFF2-40B4-BE49-F238E27FC236}">
                <a16:creationId xmlns:a16="http://schemas.microsoft.com/office/drawing/2014/main" id="{EFCFC07E-6914-CBB5-E1AF-8C96E246D67B}"/>
              </a:ext>
            </a:extLst>
          </p:cNvPr>
          <p:cNvSpPr>
            <a:spLocks noGrp="1"/>
          </p:cNvSpPr>
          <p:nvPr userDrawn="1">
            <p:ph type="body" idx="28" hasCustomPrompt="1"/>
            <p:custDataLst>
              <p:tags r:id="rId5"/>
            </p:custDataLst>
          </p:nvPr>
        </p:nvSpPr>
        <p:spPr>
          <a:xfrm>
            <a:off x="6981507" y="3399273"/>
            <a:ext cx="4622400" cy="799200"/>
          </a:xfrm>
        </p:spPr>
        <p:txBody>
          <a:bodyPr wrap="square" lIns="0" tIns="0" rIns="10800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5" name="Text Placeholder 4">
            <a:extLst>
              <a:ext uri="{FF2B5EF4-FFF2-40B4-BE49-F238E27FC236}">
                <a16:creationId xmlns:a16="http://schemas.microsoft.com/office/drawing/2014/main" id="{FC3E7F55-4B91-97AE-D87A-699F4C158424}"/>
              </a:ext>
            </a:extLst>
          </p:cNvPr>
          <p:cNvSpPr>
            <a:spLocks noGrp="1"/>
          </p:cNvSpPr>
          <p:nvPr userDrawn="1">
            <p:ph type="body" idx="30" hasCustomPrompt="1"/>
            <p:custDataLst>
              <p:tags r:id="rId6"/>
            </p:custDataLst>
          </p:nvPr>
        </p:nvSpPr>
        <p:spPr>
          <a:xfrm>
            <a:off x="6981507" y="4436436"/>
            <a:ext cx="4622400" cy="799200"/>
          </a:xfrm>
        </p:spPr>
        <p:txBody>
          <a:bodyPr wrap="square" lIns="0" tIns="0" rIns="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0" name="Text Placeholder 5">
            <a:extLst>
              <a:ext uri="{FF2B5EF4-FFF2-40B4-BE49-F238E27FC236}">
                <a16:creationId xmlns:a16="http://schemas.microsoft.com/office/drawing/2014/main" id="{7BC7C539-2A32-DB1B-91B2-F74BFA6FC2FC}"/>
              </a:ext>
            </a:extLst>
          </p:cNvPr>
          <p:cNvSpPr>
            <a:spLocks noGrp="1"/>
          </p:cNvSpPr>
          <p:nvPr userDrawn="1">
            <p:ph type="body" idx="31" hasCustomPrompt="1"/>
            <p:custDataLst>
              <p:tags r:id="rId7"/>
            </p:custDataLst>
          </p:nvPr>
        </p:nvSpPr>
        <p:spPr>
          <a:xfrm>
            <a:off x="6981508" y="5473598"/>
            <a:ext cx="4622400" cy="799200"/>
          </a:xfrm>
        </p:spPr>
        <p:txBody>
          <a:bodyPr wrap="square" lIns="0" tIns="0" rIns="0" bIns="0" anchor="ctr" anchorCtr="0">
            <a:noAutofit/>
          </a:bodyPr>
          <a:lstStyle>
            <a:lvl1pPr marL="0" indent="0" algn="l">
              <a:spcBef>
                <a:spcPts val="600"/>
              </a:spcBef>
              <a:buNone/>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1" name="Group 40">
            <a:extLst>
              <a:ext uri="{FF2B5EF4-FFF2-40B4-BE49-F238E27FC236}">
                <a16:creationId xmlns:a16="http://schemas.microsoft.com/office/drawing/2014/main" id="{E3FC2D58-419F-A027-4E0A-1B72C5DF48AA}"/>
              </a:ext>
            </a:extLst>
          </p:cNvPr>
          <p:cNvGrpSpPr/>
          <p:nvPr userDrawn="1"/>
        </p:nvGrpSpPr>
        <p:grpSpPr>
          <a:xfrm>
            <a:off x="6278583" y="4585277"/>
            <a:ext cx="501261" cy="501261"/>
            <a:chOff x="587375" y="2760299"/>
            <a:chExt cx="677545" cy="677545"/>
          </a:xfrm>
        </p:grpSpPr>
        <p:sp>
          <p:nvSpPr>
            <p:cNvPr id="42" name="Ellipse">
              <a:extLst>
                <a:ext uri="{FF2B5EF4-FFF2-40B4-BE49-F238E27FC236}">
                  <a16:creationId xmlns:a16="http://schemas.microsoft.com/office/drawing/2014/main" id="{A292E62A-C05B-1D71-306A-ECE816EE819C}"/>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3" name="Graphic 42" descr="Checkmark outline">
              <a:extLst>
                <a:ext uri="{FF2B5EF4-FFF2-40B4-BE49-F238E27FC236}">
                  <a16:creationId xmlns:a16="http://schemas.microsoft.com/office/drawing/2014/main" id="{F400BAB5-83A9-9213-85D3-8F2BDDA11895}"/>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44" name="Group 43">
            <a:extLst>
              <a:ext uri="{FF2B5EF4-FFF2-40B4-BE49-F238E27FC236}">
                <a16:creationId xmlns:a16="http://schemas.microsoft.com/office/drawing/2014/main" id="{02F4E71F-A8FD-B715-00A9-662C807531D7}"/>
              </a:ext>
            </a:extLst>
          </p:cNvPr>
          <p:cNvGrpSpPr/>
          <p:nvPr userDrawn="1"/>
        </p:nvGrpSpPr>
        <p:grpSpPr>
          <a:xfrm>
            <a:off x="6278583" y="2510697"/>
            <a:ext cx="501261" cy="501261"/>
            <a:chOff x="587375" y="2760299"/>
            <a:chExt cx="677545" cy="677545"/>
          </a:xfrm>
        </p:grpSpPr>
        <p:sp>
          <p:nvSpPr>
            <p:cNvPr id="45" name="Ellipse">
              <a:extLst>
                <a:ext uri="{FF2B5EF4-FFF2-40B4-BE49-F238E27FC236}">
                  <a16:creationId xmlns:a16="http://schemas.microsoft.com/office/drawing/2014/main" id="{61FAE73E-68FC-2253-83BB-1EDF58592F7F}"/>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6" name="Graphic 45" descr="Checkmark outline">
              <a:extLst>
                <a:ext uri="{FF2B5EF4-FFF2-40B4-BE49-F238E27FC236}">
                  <a16:creationId xmlns:a16="http://schemas.microsoft.com/office/drawing/2014/main" id="{A976C8F6-07B4-3976-17D7-7C2E75323798}"/>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50" name="Group 49">
            <a:extLst>
              <a:ext uri="{FF2B5EF4-FFF2-40B4-BE49-F238E27FC236}">
                <a16:creationId xmlns:a16="http://schemas.microsoft.com/office/drawing/2014/main" id="{BD9233E2-A258-28BA-A945-B6806DDE31A4}"/>
              </a:ext>
            </a:extLst>
          </p:cNvPr>
          <p:cNvGrpSpPr/>
          <p:nvPr userDrawn="1"/>
        </p:nvGrpSpPr>
        <p:grpSpPr>
          <a:xfrm>
            <a:off x="6278583" y="3547987"/>
            <a:ext cx="501261" cy="501261"/>
            <a:chOff x="587375" y="2760299"/>
            <a:chExt cx="677545" cy="677545"/>
          </a:xfrm>
        </p:grpSpPr>
        <p:sp>
          <p:nvSpPr>
            <p:cNvPr id="51" name="Ellipse">
              <a:extLst>
                <a:ext uri="{FF2B5EF4-FFF2-40B4-BE49-F238E27FC236}">
                  <a16:creationId xmlns:a16="http://schemas.microsoft.com/office/drawing/2014/main" id="{37FC0AAD-38C0-421B-17A5-9366A2E98E59}"/>
                </a:ext>
              </a:extLst>
            </p:cNvPr>
            <p:cNvSpPr/>
            <p:nvPr userDrawn="1"/>
          </p:nvSpPr>
          <p:spPr>
            <a:xfrm>
              <a:off x="587375" y="2760299"/>
              <a:ext cx="677545" cy="67754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2" name="Graphic 51" descr="Checkmark outline">
              <a:extLst>
                <a:ext uri="{FF2B5EF4-FFF2-40B4-BE49-F238E27FC236}">
                  <a16:creationId xmlns:a16="http://schemas.microsoft.com/office/drawing/2014/main" id="{2201AD48-1700-7571-376A-A17203BC8B6B}"/>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782147" y="2955071"/>
              <a:ext cx="288000" cy="288000"/>
            </a:xfrm>
            <a:prstGeom prst="rect">
              <a:avLst/>
            </a:prstGeom>
          </p:spPr>
        </p:pic>
      </p:grpSp>
      <p:grpSp>
        <p:nvGrpSpPr>
          <p:cNvPr id="53" name="Group 52">
            <a:extLst>
              <a:ext uri="{FF2B5EF4-FFF2-40B4-BE49-F238E27FC236}">
                <a16:creationId xmlns:a16="http://schemas.microsoft.com/office/drawing/2014/main" id="{85F37811-1CE9-632D-1B6B-E459CAB2A625}"/>
              </a:ext>
            </a:extLst>
          </p:cNvPr>
          <p:cNvGrpSpPr/>
          <p:nvPr userDrawn="1"/>
        </p:nvGrpSpPr>
        <p:grpSpPr>
          <a:xfrm>
            <a:off x="6278583" y="5622568"/>
            <a:ext cx="501261" cy="501261"/>
            <a:chOff x="587375" y="2760299"/>
            <a:chExt cx="677545" cy="677545"/>
          </a:xfrm>
        </p:grpSpPr>
        <p:sp>
          <p:nvSpPr>
            <p:cNvPr id="54" name="Ellipse">
              <a:extLst>
                <a:ext uri="{FF2B5EF4-FFF2-40B4-BE49-F238E27FC236}">
                  <a16:creationId xmlns:a16="http://schemas.microsoft.com/office/drawing/2014/main" id="{10B66899-938C-103C-D9C2-838979CB843A}"/>
                </a:ext>
              </a:extLst>
            </p:cNvPr>
            <p:cNvSpPr/>
            <p:nvPr userDrawn="1"/>
          </p:nvSpPr>
          <p:spPr>
            <a:xfrm>
              <a:off x="587375" y="2760299"/>
              <a:ext cx="677545" cy="67754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5" name="Graphic 54" descr="Checkmark outline">
              <a:extLst>
                <a:ext uri="{FF2B5EF4-FFF2-40B4-BE49-F238E27FC236}">
                  <a16:creationId xmlns:a16="http://schemas.microsoft.com/office/drawing/2014/main" id="{FEF85E43-E65A-6F2E-362F-4236BBCEE141}"/>
                </a:ext>
              </a:extLst>
            </p:cNvPr>
            <p:cNvPicPr>
              <a:picLocks noChangeAspect="1"/>
            </p:cNvPicPr>
            <p:nvPr userDrawn="1"/>
          </p:nvPicPr>
          <p:blipFill>
            <a:blip r:embed="rId11">
              <a:extLst>
                <a:ext uri="{96DAC541-7B7A-43D3-8B79-37D633B846F1}">
                  <asvg:svgBlip xmlns:asvg="http://schemas.microsoft.com/office/drawing/2016/SVG/main" r:embed="rId12"/>
                </a:ext>
              </a:extLst>
            </a:blip>
            <a:srcRect/>
            <a:stretch/>
          </p:blipFill>
          <p:spPr>
            <a:xfrm>
              <a:off x="782147" y="2955071"/>
              <a:ext cx="288000" cy="288000"/>
            </a:xfrm>
            <a:prstGeom prst="rect">
              <a:avLst/>
            </a:prstGeom>
          </p:spPr>
        </p:pic>
      </p:grpSp>
    </p:spTree>
    <p:extLst>
      <p:ext uri="{BB962C8B-B14F-4D97-AF65-F5344CB8AC3E}">
        <p14:creationId xmlns:p14="http://schemas.microsoft.com/office/powerpoint/2010/main" val="13500702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V1">
    <p:bg>
      <p:bgPr>
        <a:solidFill>
          <a:schemeClr val="accent6"/>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0" y="2364788"/>
            <a:ext cx="3179763" cy="4493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587374" y="2796787"/>
            <a:ext cx="2592389" cy="2727528"/>
          </a:xfrm>
        </p:spPr>
        <p:txBody>
          <a:bodyPr lIns="0" tIns="216000" rIns="216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42" name="Table">
            <a:extLst>
              <a:ext uri="{FF2B5EF4-FFF2-40B4-BE49-F238E27FC236}">
                <a16:creationId xmlns:a16="http://schemas.microsoft.com/office/drawing/2014/main" id="{49B4C825-3EB7-5506-B92F-2FA7385A93E0}"/>
              </a:ext>
            </a:extLst>
          </p:cNvPr>
          <p:cNvSpPr>
            <a:spLocks noGrp="1"/>
          </p:cNvSpPr>
          <p:nvPr>
            <p:ph type="tbl" sz="quarter" idx="26"/>
          </p:nvPr>
        </p:nvSpPr>
        <p:spPr>
          <a:xfrm>
            <a:off x="3395663" y="2364788"/>
            <a:ext cx="8208962" cy="3909012"/>
          </a:xfrm>
        </p:spPr>
        <p:txBody>
          <a:bodyPr/>
          <a:lstStyle/>
          <a:p>
            <a:endParaRPr lang="ru-RU"/>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587374"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49279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V2">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0" y="2364788"/>
            <a:ext cx="3179763" cy="449321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587374" y="2796787"/>
            <a:ext cx="2592389" cy="2727528"/>
          </a:xfrm>
        </p:spPr>
        <p:txBody>
          <a:bodyPr lIns="0" tIns="216000" rIns="216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42" name="Table">
            <a:extLst>
              <a:ext uri="{FF2B5EF4-FFF2-40B4-BE49-F238E27FC236}">
                <a16:creationId xmlns:a16="http://schemas.microsoft.com/office/drawing/2014/main" id="{49B4C825-3EB7-5506-B92F-2FA7385A93E0}"/>
              </a:ext>
            </a:extLst>
          </p:cNvPr>
          <p:cNvSpPr>
            <a:spLocks noGrp="1"/>
          </p:cNvSpPr>
          <p:nvPr>
            <p:ph type="tbl" sz="quarter" idx="26"/>
          </p:nvPr>
        </p:nvSpPr>
        <p:spPr>
          <a:xfrm>
            <a:off x="3395663" y="2364788"/>
            <a:ext cx="8208962" cy="3909012"/>
          </a:xfrm>
        </p:spPr>
        <p:txBody>
          <a:bodyPr/>
          <a:lstStyle/>
          <a:p>
            <a:endParaRPr lang="ru-RU"/>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587374"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667894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rt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8208963" cy="1255728"/>
          </a:xfrm>
          <a:prstGeom prst="rect">
            <a:avLst/>
          </a:prstGeom>
        </p:spPr>
        <p:txBody>
          <a:bodyPr vert="horz" wrap="square" lIns="0" tIns="0" rIns="21600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B6465746-907C-4844-9F14-9B876EB6EDE0}"/>
              </a:ext>
            </a:extLst>
          </p:cNvPr>
          <p:cNvSpPr>
            <a:spLocks noGrp="1"/>
          </p:cNvSpPr>
          <p:nvPr>
            <p:ph type="body" idx="25" hasCustomPrompt="1"/>
            <p:custDataLst>
              <p:tags r:id="rId3"/>
            </p:custDataLst>
          </p:nvPr>
        </p:nvSpPr>
        <p:spPr>
          <a:xfrm>
            <a:off x="587374" y="4972379"/>
            <a:ext cx="3529014" cy="1287134"/>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12" name="Text Placeholder">
            <a:extLst>
              <a:ext uri="{FF2B5EF4-FFF2-40B4-BE49-F238E27FC236}">
                <a16:creationId xmlns:a16="http://schemas.microsoft.com/office/drawing/2014/main" id="{4FE884B8-8AC1-88FF-5BF7-39B94ADD1913}"/>
              </a:ext>
            </a:extLst>
          </p:cNvPr>
          <p:cNvSpPr>
            <a:spLocks noGrp="1"/>
          </p:cNvSpPr>
          <p:nvPr>
            <p:ph type="body" idx="29" hasCustomPrompt="1"/>
            <p:custDataLst>
              <p:tags r:id="rId4"/>
            </p:custDataLst>
          </p:nvPr>
        </p:nvSpPr>
        <p:spPr>
          <a:xfrm>
            <a:off x="4331197" y="4972378"/>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3" name="Subtitle Placeholder">
            <a:extLst>
              <a:ext uri="{FF2B5EF4-FFF2-40B4-BE49-F238E27FC236}">
                <a16:creationId xmlns:a16="http://schemas.microsoft.com/office/drawing/2014/main" id="{B2650069-82AE-7CE4-50C3-7A5EE5941020}"/>
              </a:ext>
            </a:extLst>
          </p:cNvPr>
          <p:cNvSpPr>
            <a:spLocks noGrp="1"/>
          </p:cNvSpPr>
          <p:nvPr>
            <p:ph type="body" idx="31" hasCustomPrompt="1"/>
            <p:custDataLst>
              <p:tags r:id="rId5"/>
            </p:custDataLst>
          </p:nvPr>
        </p:nvSpPr>
        <p:spPr>
          <a:xfrm>
            <a:off x="587374" y="4410473"/>
            <a:ext cx="352901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5" name="Subtitle Placeholder">
            <a:extLst>
              <a:ext uri="{FF2B5EF4-FFF2-40B4-BE49-F238E27FC236}">
                <a16:creationId xmlns:a16="http://schemas.microsoft.com/office/drawing/2014/main" id="{22E578AB-67F7-A1D4-6B13-99ABE37D0576}"/>
              </a:ext>
            </a:extLst>
          </p:cNvPr>
          <p:cNvSpPr>
            <a:spLocks noGrp="1"/>
          </p:cNvSpPr>
          <p:nvPr>
            <p:ph type="body" idx="36" hasCustomPrompt="1"/>
            <p:custDataLst>
              <p:tags r:id="rId6"/>
            </p:custDataLst>
          </p:nvPr>
        </p:nvSpPr>
        <p:spPr>
          <a:xfrm>
            <a:off x="4331713" y="4410473"/>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Picture">
            <a:extLst>
              <a:ext uri="{FF2B5EF4-FFF2-40B4-BE49-F238E27FC236}">
                <a16:creationId xmlns:a16="http://schemas.microsoft.com/office/drawing/2014/main" id="{A05DDCC8-0B60-6205-809F-C3E4367EDE9B}"/>
              </a:ext>
            </a:extLst>
          </p:cNvPr>
          <p:cNvSpPr>
            <a:spLocks noGrp="1"/>
          </p:cNvSpPr>
          <p:nvPr>
            <p:ph type="pic" sz="quarter" idx="27"/>
          </p:nvPr>
        </p:nvSpPr>
        <p:spPr>
          <a:xfrm>
            <a:off x="9012238" y="584200"/>
            <a:ext cx="2592386" cy="5682136"/>
          </a:xfrm>
          <a:prstGeom prst="rect">
            <a:avLst/>
          </a:prstGeom>
        </p:spPr>
        <p:txBody>
          <a:bodyPr/>
          <a:lstStyle/>
          <a:p>
            <a:endParaRPr lang="ru-RU"/>
          </a:p>
        </p:txBody>
      </p:sp>
      <p:sp>
        <p:nvSpPr>
          <p:cNvPr id="2" name="Radial">
            <a:extLst>
              <a:ext uri="{FF2B5EF4-FFF2-40B4-BE49-F238E27FC236}">
                <a16:creationId xmlns:a16="http://schemas.microsoft.com/office/drawing/2014/main" id="{2E82ED53-4F46-F8CD-303C-35EBB6D4CEFE}"/>
              </a:ext>
            </a:extLst>
          </p:cNvPr>
          <p:cNvSpPr/>
          <p:nvPr userDrawn="1"/>
        </p:nvSpPr>
        <p:spPr>
          <a:xfrm>
            <a:off x="828031" y="2686036"/>
            <a:ext cx="1710341" cy="1710341"/>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4" name="Circle">
            <a:extLst>
              <a:ext uri="{FF2B5EF4-FFF2-40B4-BE49-F238E27FC236}">
                <a16:creationId xmlns:a16="http://schemas.microsoft.com/office/drawing/2014/main" id="{2C68393D-F969-3871-B472-F0224CF06648}"/>
              </a:ext>
            </a:extLst>
          </p:cNvPr>
          <p:cNvSpPr>
            <a:spLocks noGrp="1"/>
          </p:cNvSpPr>
          <p:nvPr>
            <p:ph type="body" sz="quarter" idx="32" hasCustomPrompt="1"/>
          </p:nvPr>
        </p:nvSpPr>
        <p:spPr>
          <a:xfrm>
            <a:off x="828031" y="2686036"/>
            <a:ext cx="1710341" cy="1710341"/>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16" name="Percent Placeholder">
            <a:extLst>
              <a:ext uri="{FF2B5EF4-FFF2-40B4-BE49-F238E27FC236}">
                <a16:creationId xmlns:a16="http://schemas.microsoft.com/office/drawing/2014/main" id="{812F1A28-70F1-E612-62DC-D6F9522F78AB}"/>
              </a:ext>
            </a:extLst>
          </p:cNvPr>
          <p:cNvSpPr>
            <a:spLocks noGrp="1"/>
          </p:cNvSpPr>
          <p:nvPr>
            <p:ph type="body" sz="quarter" idx="33" hasCustomPrompt="1"/>
            <p:custDataLst>
              <p:tags r:id="rId7"/>
            </p:custDataLst>
          </p:nvPr>
        </p:nvSpPr>
        <p:spPr>
          <a:xfrm>
            <a:off x="1068352" y="3170007"/>
            <a:ext cx="1229699" cy="742398"/>
          </a:xfrm>
        </p:spPr>
        <p:txBody>
          <a:bodyPr lIns="0" tIns="108000" rIns="0" bIns="144000" anchor="ctr">
            <a:sp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17" name="Radial">
            <a:extLst>
              <a:ext uri="{FF2B5EF4-FFF2-40B4-BE49-F238E27FC236}">
                <a16:creationId xmlns:a16="http://schemas.microsoft.com/office/drawing/2014/main" id="{602465E7-90D8-7067-7C50-46CB16CF12EA}"/>
              </a:ext>
            </a:extLst>
          </p:cNvPr>
          <p:cNvSpPr/>
          <p:nvPr userDrawn="1"/>
        </p:nvSpPr>
        <p:spPr>
          <a:xfrm>
            <a:off x="4592487" y="2686036"/>
            <a:ext cx="1710341" cy="1710341"/>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8" name="Circle">
            <a:extLst>
              <a:ext uri="{FF2B5EF4-FFF2-40B4-BE49-F238E27FC236}">
                <a16:creationId xmlns:a16="http://schemas.microsoft.com/office/drawing/2014/main" id="{A4DE6502-B6A9-ABD9-F7EA-56F09E1790BA}"/>
              </a:ext>
            </a:extLst>
          </p:cNvPr>
          <p:cNvSpPr>
            <a:spLocks noGrp="1"/>
          </p:cNvSpPr>
          <p:nvPr>
            <p:ph type="body" sz="quarter" idx="34" hasCustomPrompt="1"/>
          </p:nvPr>
        </p:nvSpPr>
        <p:spPr>
          <a:xfrm>
            <a:off x="4592487" y="2686036"/>
            <a:ext cx="1710341" cy="1710341"/>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0" name="Percent Placeholder">
            <a:extLst>
              <a:ext uri="{FF2B5EF4-FFF2-40B4-BE49-F238E27FC236}">
                <a16:creationId xmlns:a16="http://schemas.microsoft.com/office/drawing/2014/main" id="{31DA5E07-D27A-729F-F1E9-D2A3C43EC426}"/>
              </a:ext>
            </a:extLst>
          </p:cNvPr>
          <p:cNvSpPr>
            <a:spLocks noGrp="1"/>
          </p:cNvSpPr>
          <p:nvPr>
            <p:ph type="body" sz="quarter" idx="35" hasCustomPrompt="1"/>
            <p:custDataLst>
              <p:tags r:id="rId8"/>
            </p:custDataLst>
          </p:nvPr>
        </p:nvSpPr>
        <p:spPr>
          <a:xfrm>
            <a:off x="4832808" y="3170007"/>
            <a:ext cx="1229699" cy="742398"/>
          </a:xfrm>
        </p:spPr>
        <p:txBody>
          <a:bodyPr lIns="0" tIns="108000" rIns="0" bIns="144000" anchor="ctr">
            <a:sp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Tree>
    <p:extLst>
      <p:ext uri="{BB962C8B-B14F-4D97-AF65-F5344CB8AC3E}">
        <p14:creationId xmlns:p14="http://schemas.microsoft.com/office/powerpoint/2010/main" val="27427304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rt3">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51" cy="1255728"/>
          </a:xfrm>
          <a:prstGeom prst="rect">
            <a:avLst/>
          </a:prstGeom>
        </p:spPr>
        <p:txBody>
          <a:bodyPr vert="horz" wrap="square" lIns="0" tIns="0" rIns="21600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B6465746-907C-4844-9F14-9B876EB6EDE0}"/>
              </a:ext>
            </a:extLst>
          </p:cNvPr>
          <p:cNvSpPr>
            <a:spLocks noGrp="1"/>
          </p:cNvSpPr>
          <p:nvPr>
            <p:ph type="body" idx="25" hasCustomPrompt="1"/>
            <p:custDataLst>
              <p:tags r:id="rId3"/>
            </p:custDataLst>
          </p:nvPr>
        </p:nvSpPr>
        <p:spPr>
          <a:xfrm>
            <a:off x="587374" y="4972379"/>
            <a:ext cx="3529014" cy="1287134"/>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12" name="Text Placeholder">
            <a:extLst>
              <a:ext uri="{FF2B5EF4-FFF2-40B4-BE49-F238E27FC236}">
                <a16:creationId xmlns:a16="http://schemas.microsoft.com/office/drawing/2014/main" id="{4FE884B8-8AC1-88FF-5BF7-39B94ADD1913}"/>
              </a:ext>
            </a:extLst>
          </p:cNvPr>
          <p:cNvSpPr>
            <a:spLocks noGrp="1"/>
          </p:cNvSpPr>
          <p:nvPr>
            <p:ph type="body" idx="29" hasCustomPrompt="1"/>
            <p:custDataLst>
              <p:tags r:id="rId4"/>
            </p:custDataLst>
          </p:nvPr>
        </p:nvSpPr>
        <p:spPr>
          <a:xfrm>
            <a:off x="4331197" y="4972378"/>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3" name="Subtitle Placeholder">
            <a:extLst>
              <a:ext uri="{FF2B5EF4-FFF2-40B4-BE49-F238E27FC236}">
                <a16:creationId xmlns:a16="http://schemas.microsoft.com/office/drawing/2014/main" id="{B2650069-82AE-7CE4-50C3-7A5EE5941020}"/>
              </a:ext>
            </a:extLst>
          </p:cNvPr>
          <p:cNvSpPr>
            <a:spLocks noGrp="1"/>
          </p:cNvSpPr>
          <p:nvPr>
            <p:ph type="body" idx="31" hasCustomPrompt="1"/>
            <p:custDataLst>
              <p:tags r:id="rId5"/>
            </p:custDataLst>
          </p:nvPr>
        </p:nvSpPr>
        <p:spPr>
          <a:xfrm>
            <a:off x="587374" y="4410473"/>
            <a:ext cx="352901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5" name="Subtitle Placeholder">
            <a:extLst>
              <a:ext uri="{FF2B5EF4-FFF2-40B4-BE49-F238E27FC236}">
                <a16:creationId xmlns:a16="http://schemas.microsoft.com/office/drawing/2014/main" id="{22E578AB-67F7-A1D4-6B13-99ABE37D0576}"/>
              </a:ext>
            </a:extLst>
          </p:cNvPr>
          <p:cNvSpPr>
            <a:spLocks noGrp="1"/>
          </p:cNvSpPr>
          <p:nvPr>
            <p:ph type="body" idx="36" hasCustomPrompt="1"/>
            <p:custDataLst>
              <p:tags r:id="rId6"/>
            </p:custDataLst>
          </p:nvPr>
        </p:nvSpPr>
        <p:spPr>
          <a:xfrm>
            <a:off x="4331713" y="4410473"/>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7" name="Text Placeholder">
            <a:extLst>
              <a:ext uri="{FF2B5EF4-FFF2-40B4-BE49-F238E27FC236}">
                <a16:creationId xmlns:a16="http://schemas.microsoft.com/office/drawing/2014/main" id="{50ACF5B4-45F6-158C-F726-452180C1462A}"/>
              </a:ext>
            </a:extLst>
          </p:cNvPr>
          <p:cNvSpPr>
            <a:spLocks noGrp="1"/>
          </p:cNvSpPr>
          <p:nvPr>
            <p:ph type="body" idx="39" hasCustomPrompt="1"/>
            <p:custDataLst>
              <p:tags r:id="rId7"/>
            </p:custDataLst>
          </p:nvPr>
        </p:nvSpPr>
        <p:spPr>
          <a:xfrm>
            <a:off x="8076626" y="4964471"/>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8" name="Subtitle Placeholder">
            <a:extLst>
              <a:ext uri="{FF2B5EF4-FFF2-40B4-BE49-F238E27FC236}">
                <a16:creationId xmlns:a16="http://schemas.microsoft.com/office/drawing/2014/main" id="{C085B5C5-9DDA-B3AA-0A52-180F1644966A}"/>
              </a:ext>
            </a:extLst>
          </p:cNvPr>
          <p:cNvSpPr>
            <a:spLocks noGrp="1"/>
          </p:cNvSpPr>
          <p:nvPr>
            <p:ph type="body" idx="40" hasCustomPrompt="1"/>
            <p:custDataLst>
              <p:tags r:id="rId8"/>
            </p:custDataLst>
          </p:nvPr>
        </p:nvSpPr>
        <p:spPr>
          <a:xfrm>
            <a:off x="8077142" y="4402566"/>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Radial">
            <a:extLst>
              <a:ext uri="{FF2B5EF4-FFF2-40B4-BE49-F238E27FC236}">
                <a16:creationId xmlns:a16="http://schemas.microsoft.com/office/drawing/2014/main" id="{D896D8B4-E326-84B2-94C2-6C13CB3B6DC1}"/>
              </a:ext>
            </a:extLst>
          </p:cNvPr>
          <p:cNvSpPr/>
          <p:nvPr userDrawn="1"/>
        </p:nvSpPr>
        <p:spPr>
          <a:xfrm>
            <a:off x="828032" y="2682083"/>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0" name="Circle">
            <a:extLst>
              <a:ext uri="{FF2B5EF4-FFF2-40B4-BE49-F238E27FC236}">
                <a16:creationId xmlns:a16="http://schemas.microsoft.com/office/drawing/2014/main" id="{03A2753D-7731-E5FB-F590-B8BE24C97FAA}"/>
              </a:ext>
            </a:extLst>
          </p:cNvPr>
          <p:cNvSpPr>
            <a:spLocks noGrp="1"/>
          </p:cNvSpPr>
          <p:nvPr>
            <p:ph type="body" sz="quarter" idx="32" hasCustomPrompt="1"/>
          </p:nvPr>
        </p:nvSpPr>
        <p:spPr>
          <a:xfrm>
            <a:off x="828032" y="2682083"/>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1" name="Percent Placeholder">
            <a:extLst>
              <a:ext uri="{FF2B5EF4-FFF2-40B4-BE49-F238E27FC236}">
                <a16:creationId xmlns:a16="http://schemas.microsoft.com/office/drawing/2014/main" id="{A89E2305-76DE-BD9E-31F0-2045BBA398FA}"/>
              </a:ext>
            </a:extLst>
          </p:cNvPr>
          <p:cNvSpPr>
            <a:spLocks noGrp="1"/>
          </p:cNvSpPr>
          <p:nvPr>
            <p:ph type="body" sz="quarter" idx="33" hasCustomPrompt="1"/>
            <p:custDataLst>
              <p:tags r:id="rId9"/>
            </p:custDataLst>
          </p:nvPr>
        </p:nvSpPr>
        <p:spPr>
          <a:xfrm>
            <a:off x="1068183" y="3165884"/>
            <a:ext cx="1229699" cy="74239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22" name="Radial">
            <a:extLst>
              <a:ext uri="{FF2B5EF4-FFF2-40B4-BE49-F238E27FC236}">
                <a16:creationId xmlns:a16="http://schemas.microsoft.com/office/drawing/2014/main" id="{71E05070-2B9C-2803-E835-EAEFD475F916}"/>
              </a:ext>
            </a:extLst>
          </p:cNvPr>
          <p:cNvSpPr/>
          <p:nvPr userDrawn="1"/>
        </p:nvSpPr>
        <p:spPr>
          <a:xfrm>
            <a:off x="4592488" y="2682083"/>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3" name="Circle">
            <a:extLst>
              <a:ext uri="{FF2B5EF4-FFF2-40B4-BE49-F238E27FC236}">
                <a16:creationId xmlns:a16="http://schemas.microsoft.com/office/drawing/2014/main" id="{B1BAA719-86FF-9E83-BF89-7F93D34CF4C1}"/>
              </a:ext>
            </a:extLst>
          </p:cNvPr>
          <p:cNvSpPr>
            <a:spLocks noGrp="1"/>
          </p:cNvSpPr>
          <p:nvPr>
            <p:ph type="body" sz="quarter" idx="34" hasCustomPrompt="1"/>
          </p:nvPr>
        </p:nvSpPr>
        <p:spPr>
          <a:xfrm>
            <a:off x="4592488" y="2682083"/>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4" name="Percent Placeholder">
            <a:extLst>
              <a:ext uri="{FF2B5EF4-FFF2-40B4-BE49-F238E27FC236}">
                <a16:creationId xmlns:a16="http://schemas.microsoft.com/office/drawing/2014/main" id="{E349FE5B-95E5-C622-6320-E68078B075EC}"/>
              </a:ext>
            </a:extLst>
          </p:cNvPr>
          <p:cNvSpPr>
            <a:spLocks noGrp="1"/>
          </p:cNvSpPr>
          <p:nvPr>
            <p:ph type="body" sz="quarter" idx="35" hasCustomPrompt="1"/>
            <p:custDataLst>
              <p:tags r:id="rId10"/>
            </p:custDataLst>
          </p:nvPr>
        </p:nvSpPr>
        <p:spPr>
          <a:xfrm>
            <a:off x="4832639" y="3165884"/>
            <a:ext cx="1229699" cy="74239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25" name="Radial">
            <a:extLst>
              <a:ext uri="{FF2B5EF4-FFF2-40B4-BE49-F238E27FC236}">
                <a16:creationId xmlns:a16="http://schemas.microsoft.com/office/drawing/2014/main" id="{43431F26-443F-3BC5-C8FC-BEC7813C3B88}"/>
              </a:ext>
            </a:extLst>
          </p:cNvPr>
          <p:cNvSpPr/>
          <p:nvPr userDrawn="1"/>
        </p:nvSpPr>
        <p:spPr>
          <a:xfrm>
            <a:off x="8337917" y="2682083"/>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6" name="Circle">
            <a:extLst>
              <a:ext uri="{FF2B5EF4-FFF2-40B4-BE49-F238E27FC236}">
                <a16:creationId xmlns:a16="http://schemas.microsoft.com/office/drawing/2014/main" id="{30B98852-FD6C-1AB2-1ECA-127845F1FE33}"/>
              </a:ext>
            </a:extLst>
          </p:cNvPr>
          <p:cNvSpPr>
            <a:spLocks noGrp="1"/>
          </p:cNvSpPr>
          <p:nvPr>
            <p:ph type="body" sz="quarter" idx="37" hasCustomPrompt="1"/>
          </p:nvPr>
        </p:nvSpPr>
        <p:spPr>
          <a:xfrm>
            <a:off x="8337917" y="2682083"/>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7" name="Percent Placeholder">
            <a:extLst>
              <a:ext uri="{FF2B5EF4-FFF2-40B4-BE49-F238E27FC236}">
                <a16:creationId xmlns:a16="http://schemas.microsoft.com/office/drawing/2014/main" id="{AB5D5F37-55B4-4FD9-874A-B90C31316C84}"/>
              </a:ext>
            </a:extLst>
          </p:cNvPr>
          <p:cNvSpPr>
            <a:spLocks noGrp="1"/>
          </p:cNvSpPr>
          <p:nvPr>
            <p:ph type="body" sz="quarter" idx="38" hasCustomPrompt="1"/>
            <p:custDataLst>
              <p:tags r:id="rId11"/>
            </p:custDataLst>
          </p:nvPr>
        </p:nvSpPr>
        <p:spPr>
          <a:xfrm>
            <a:off x="8578068" y="3165884"/>
            <a:ext cx="1229699" cy="74239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Tree>
    <p:extLst>
      <p:ext uri="{BB962C8B-B14F-4D97-AF65-F5344CB8AC3E}">
        <p14:creationId xmlns:p14="http://schemas.microsoft.com/office/powerpoint/2010/main" val="20338769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rt4">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B6465746-907C-4844-9F14-9B876EB6EDE0}"/>
              </a:ext>
            </a:extLst>
          </p:cNvPr>
          <p:cNvSpPr>
            <a:spLocks noGrp="1"/>
          </p:cNvSpPr>
          <p:nvPr>
            <p:ph type="body" idx="25" hasCustomPrompt="1"/>
            <p:custDataLst>
              <p:tags r:id="rId2"/>
            </p:custDataLst>
          </p:nvPr>
        </p:nvSpPr>
        <p:spPr>
          <a:xfrm>
            <a:off x="587374" y="4769201"/>
            <a:ext cx="2595978"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12" name="Text Placeholder">
            <a:extLst>
              <a:ext uri="{FF2B5EF4-FFF2-40B4-BE49-F238E27FC236}">
                <a16:creationId xmlns:a16="http://schemas.microsoft.com/office/drawing/2014/main" id="{4FE884B8-8AC1-88FF-5BF7-39B94ADD1913}"/>
              </a:ext>
            </a:extLst>
          </p:cNvPr>
          <p:cNvSpPr>
            <a:spLocks noGrp="1"/>
          </p:cNvSpPr>
          <p:nvPr>
            <p:ph type="body" idx="29" hasCustomPrompt="1"/>
            <p:custDataLst>
              <p:tags r:id="rId3"/>
            </p:custDataLst>
          </p:nvPr>
        </p:nvSpPr>
        <p:spPr>
          <a:xfrm>
            <a:off x="3395663" y="4769201"/>
            <a:ext cx="2595232"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3" name="Subtitle Placeholder">
            <a:extLst>
              <a:ext uri="{FF2B5EF4-FFF2-40B4-BE49-F238E27FC236}">
                <a16:creationId xmlns:a16="http://schemas.microsoft.com/office/drawing/2014/main" id="{B2650069-82AE-7CE4-50C3-7A5EE5941020}"/>
              </a:ext>
            </a:extLst>
          </p:cNvPr>
          <p:cNvSpPr>
            <a:spLocks noGrp="1"/>
          </p:cNvSpPr>
          <p:nvPr>
            <p:ph type="body" idx="31" hasCustomPrompt="1"/>
            <p:custDataLst>
              <p:tags r:id="rId4"/>
            </p:custDataLst>
          </p:nvPr>
        </p:nvSpPr>
        <p:spPr>
          <a:xfrm>
            <a:off x="587374" y="4207295"/>
            <a:ext cx="2595978"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5" name="Subtitle Placeholder">
            <a:extLst>
              <a:ext uri="{FF2B5EF4-FFF2-40B4-BE49-F238E27FC236}">
                <a16:creationId xmlns:a16="http://schemas.microsoft.com/office/drawing/2014/main" id="{22E578AB-67F7-A1D4-6B13-99ABE37D0576}"/>
              </a:ext>
            </a:extLst>
          </p:cNvPr>
          <p:cNvSpPr>
            <a:spLocks noGrp="1"/>
          </p:cNvSpPr>
          <p:nvPr>
            <p:ph type="body" idx="36" hasCustomPrompt="1"/>
            <p:custDataLst>
              <p:tags r:id="rId5"/>
            </p:custDataLst>
          </p:nvPr>
        </p:nvSpPr>
        <p:spPr>
          <a:xfrm>
            <a:off x="3396179" y="4207295"/>
            <a:ext cx="2595232"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7" name="Text Placeholder">
            <a:extLst>
              <a:ext uri="{FF2B5EF4-FFF2-40B4-BE49-F238E27FC236}">
                <a16:creationId xmlns:a16="http://schemas.microsoft.com/office/drawing/2014/main" id="{50ACF5B4-45F6-158C-F726-452180C1462A}"/>
              </a:ext>
            </a:extLst>
          </p:cNvPr>
          <p:cNvSpPr>
            <a:spLocks noGrp="1"/>
          </p:cNvSpPr>
          <p:nvPr>
            <p:ph type="body" idx="39" hasCustomPrompt="1"/>
            <p:custDataLst>
              <p:tags r:id="rId6"/>
            </p:custDataLst>
          </p:nvPr>
        </p:nvSpPr>
        <p:spPr>
          <a:xfrm>
            <a:off x="6203950" y="4769201"/>
            <a:ext cx="2595232"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8" name="Subtitle Placeholder">
            <a:extLst>
              <a:ext uri="{FF2B5EF4-FFF2-40B4-BE49-F238E27FC236}">
                <a16:creationId xmlns:a16="http://schemas.microsoft.com/office/drawing/2014/main" id="{C085B5C5-9DDA-B3AA-0A52-180F1644966A}"/>
              </a:ext>
            </a:extLst>
          </p:cNvPr>
          <p:cNvSpPr>
            <a:spLocks noGrp="1"/>
          </p:cNvSpPr>
          <p:nvPr>
            <p:ph type="body" idx="40" hasCustomPrompt="1"/>
            <p:custDataLst>
              <p:tags r:id="rId7"/>
            </p:custDataLst>
          </p:nvPr>
        </p:nvSpPr>
        <p:spPr>
          <a:xfrm>
            <a:off x="6204466" y="4207295"/>
            <a:ext cx="2595232"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2" name="Text Placeholder">
            <a:extLst>
              <a:ext uri="{FF2B5EF4-FFF2-40B4-BE49-F238E27FC236}">
                <a16:creationId xmlns:a16="http://schemas.microsoft.com/office/drawing/2014/main" id="{ACC0C806-7649-44D0-1429-28F67B9178E9}"/>
              </a:ext>
            </a:extLst>
          </p:cNvPr>
          <p:cNvSpPr>
            <a:spLocks noGrp="1"/>
          </p:cNvSpPr>
          <p:nvPr>
            <p:ph type="body" idx="43" hasCustomPrompt="1"/>
            <p:custDataLst>
              <p:tags r:id="rId8"/>
            </p:custDataLst>
          </p:nvPr>
        </p:nvSpPr>
        <p:spPr>
          <a:xfrm>
            <a:off x="9010782" y="4768401"/>
            <a:ext cx="2595232" cy="15272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3" name="Subtitle Placeholder">
            <a:extLst>
              <a:ext uri="{FF2B5EF4-FFF2-40B4-BE49-F238E27FC236}">
                <a16:creationId xmlns:a16="http://schemas.microsoft.com/office/drawing/2014/main" id="{24464893-21F9-7E62-6049-929811846BD5}"/>
              </a:ext>
            </a:extLst>
          </p:cNvPr>
          <p:cNvSpPr>
            <a:spLocks noGrp="1"/>
          </p:cNvSpPr>
          <p:nvPr>
            <p:ph type="body" idx="44" hasCustomPrompt="1"/>
            <p:custDataLst>
              <p:tags r:id="rId9"/>
            </p:custDataLst>
          </p:nvPr>
        </p:nvSpPr>
        <p:spPr>
          <a:xfrm>
            <a:off x="9011298" y="4207295"/>
            <a:ext cx="2595232"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4" name="Radial">
            <a:extLst>
              <a:ext uri="{FF2B5EF4-FFF2-40B4-BE49-F238E27FC236}">
                <a16:creationId xmlns:a16="http://schemas.microsoft.com/office/drawing/2014/main" id="{44BF1AD7-C980-A10A-EE11-B21CD3EA64FE}"/>
              </a:ext>
            </a:extLst>
          </p:cNvPr>
          <p:cNvSpPr/>
          <p:nvPr userDrawn="1"/>
        </p:nvSpPr>
        <p:spPr>
          <a:xfrm>
            <a:off x="828031" y="2342309"/>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5" name="Circle">
            <a:extLst>
              <a:ext uri="{FF2B5EF4-FFF2-40B4-BE49-F238E27FC236}">
                <a16:creationId xmlns:a16="http://schemas.microsoft.com/office/drawing/2014/main" id="{B64C0867-BC27-65F9-FA80-3F72AE190750}"/>
              </a:ext>
            </a:extLst>
          </p:cNvPr>
          <p:cNvSpPr>
            <a:spLocks noGrp="1"/>
          </p:cNvSpPr>
          <p:nvPr>
            <p:ph type="body" sz="quarter" idx="32" hasCustomPrompt="1"/>
          </p:nvPr>
        </p:nvSpPr>
        <p:spPr>
          <a:xfrm>
            <a:off x="828031" y="2342309"/>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6" name="Percent Placeholder">
            <a:extLst>
              <a:ext uri="{FF2B5EF4-FFF2-40B4-BE49-F238E27FC236}">
                <a16:creationId xmlns:a16="http://schemas.microsoft.com/office/drawing/2014/main" id="{E01485F1-6D11-8832-C13D-08DBD47EA24B}"/>
              </a:ext>
            </a:extLst>
          </p:cNvPr>
          <p:cNvSpPr>
            <a:spLocks noGrp="1"/>
          </p:cNvSpPr>
          <p:nvPr>
            <p:ph type="body" sz="quarter" idx="33" hasCustomPrompt="1"/>
            <p:custDataLst>
              <p:tags r:id="rId10"/>
            </p:custDataLst>
          </p:nvPr>
        </p:nvSpPr>
        <p:spPr>
          <a:xfrm>
            <a:off x="1142015" y="2870685"/>
            <a:ext cx="1082032" cy="65324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27" name="Radial">
            <a:extLst>
              <a:ext uri="{FF2B5EF4-FFF2-40B4-BE49-F238E27FC236}">
                <a16:creationId xmlns:a16="http://schemas.microsoft.com/office/drawing/2014/main" id="{8FEAEE01-1A84-DF4B-282B-A63A3B9A40F6}"/>
              </a:ext>
            </a:extLst>
          </p:cNvPr>
          <p:cNvSpPr/>
          <p:nvPr userDrawn="1"/>
        </p:nvSpPr>
        <p:spPr>
          <a:xfrm>
            <a:off x="3656953" y="2342309"/>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8" name="Circle">
            <a:extLst>
              <a:ext uri="{FF2B5EF4-FFF2-40B4-BE49-F238E27FC236}">
                <a16:creationId xmlns:a16="http://schemas.microsoft.com/office/drawing/2014/main" id="{9C45B674-7CA0-189D-7BF6-19E9F52B33B8}"/>
              </a:ext>
            </a:extLst>
          </p:cNvPr>
          <p:cNvSpPr>
            <a:spLocks noGrp="1"/>
          </p:cNvSpPr>
          <p:nvPr>
            <p:ph type="body" sz="quarter" idx="34" hasCustomPrompt="1"/>
          </p:nvPr>
        </p:nvSpPr>
        <p:spPr>
          <a:xfrm>
            <a:off x="3656953" y="2342309"/>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29" name="Percent Placeholder">
            <a:extLst>
              <a:ext uri="{FF2B5EF4-FFF2-40B4-BE49-F238E27FC236}">
                <a16:creationId xmlns:a16="http://schemas.microsoft.com/office/drawing/2014/main" id="{2A1998C8-6CDE-3D41-F575-74C3241FF841}"/>
              </a:ext>
            </a:extLst>
          </p:cNvPr>
          <p:cNvSpPr>
            <a:spLocks noGrp="1"/>
          </p:cNvSpPr>
          <p:nvPr>
            <p:ph type="body" sz="quarter" idx="35" hasCustomPrompt="1"/>
            <p:custDataLst>
              <p:tags r:id="rId11"/>
            </p:custDataLst>
          </p:nvPr>
        </p:nvSpPr>
        <p:spPr>
          <a:xfrm>
            <a:off x="3970937" y="2870685"/>
            <a:ext cx="1082032" cy="65324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30" name="Radial">
            <a:extLst>
              <a:ext uri="{FF2B5EF4-FFF2-40B4-BE49-F238E27FC236}">
                <a16:creationId xmlns:a16="http://schemas.microsoft.com/office/drawing/2014/main" id="{B35CB50E-C841-FF5F-C562-4C76C3AD535A}"/>
              </a:ext>
            </a:extLst>
          </p:cNvPr>
          <p:cNvSpPr/>
          <p:nvPr userDrawn="1"/>
        </p:nvSpPr>
        <p:spPr>
          <a:xfrm>
            <a:off x="6465240" y="2342309"/>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31" name="Circle">
            <a:extLst>
              <a:ext uri="{FF2B5EF4-FFF2-40B4-BE49-F238E27FC236}">
                <a16:creationId xmlns:a16="http://schemas.microsoft.com/office/drawing/2014/main" id="{B8238266-D681-EC05-CD2B-5264520AB6AB}"/>
              </a:ext>
            </a:extLst>
          </p:cNvPr>
          <p:cNvSpPr>
            <a:spLocks noGrp="1"/>
          </p:cNvSpPr>
          <p:nvPr>
            <p:ph type="body" sz="quarter" idx="37" hasCustomPrompt="1"/>
          </p:nvPr>
        </p:nvSpPr>
        <p:spPr>
          <a:xfrm>
            <a:off x="6465240" y="2342309"/>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32" name="Percent Placeholder">
            <a:extLst>
              <a:ext uri="{FF2B5EF4-FFF2-40B4-BE49-F238E27FC236}">
                <a16:creationId xmlns:a16="http://schemas.microsoft.com/office/drawing/2014/main" id="{1609A3F4-4CB3-829C-AF3E-D8733FA32033}"/>
              </a:ext>
            </a:extLst>
          </p:cNvPr>
          <p:cNvSpPr>
            <a:spLocks noGrp="1"/>
          </p:cNvSpPr>
          <p:nvPr>
            <p:ph type="body" sz="quarter" idx="38" hasCustomPrompt="1"/>
            <p:custDataLst>
              <p:tags r:id="rId12"/>
            </p:custDataLst>
          </p:nvPr>
        </p:nvSpPr>
        <p:spPr>
          <a:xfrm>
            <a:off x="6779224" y="2870685"/>
            <a:ext cx="1082032" cy="65324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33" name="Radial">
            <a:extLst>
              <a:ext uri="{FF2B5EF4-FFF2-40B4-BE49-F238E27FC236}">
                <a16:creationId xmlns:a16="http://schemas.microsoft.com/office/drawing/2014/main" id="{89CA4167-EFF1-BD82-892B-84F12A2AD019}"/>
              </a:ext>
            </a:extLst>
          </p:cNvPr>
          <p:cNvSpPr/>
          <p:nvPr userDrawn="1"/>
        </p:nvSpPr>
        <p:spPr>
          <a:xfrm>
            <a:off x="9272072" y="2342309"/>
            <a:ext cx="1710000" cy="1710000"/>
          </a:xfrm>
          <a:prstGeom prst="ellipse">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34" name="Circle">
            <a:extLst>
              <a:ext uri="{FF2B5EF4-FFF2-40B4-BE49-F238E27FC236}">
                <a16:creationId xmlns:a16="http://schemas.microsoft.com/office/drawing/2014/main" id="{D1C1EFDD-761D-8DA6-6FD7-10119FFBBD6C}"/>
              </a:ext>
            </a:extLst>
          </p:cNvPr>
          <p:cNvSpPr>
            <a:spLocks noGrp="1"/>
          </p:cNvSpPr>
          <p:nvPr>
            <p:ph type="body" sz="quarter" idx="41" hasCustomPrompt="1"/>
          </p:nvPr>
        </p:nvSpPr>
        <p:spPr>
          <a:xfrm>
            <a:off x="9272072" y="2342309"/>
            <a:ext cx="1710000" cy="1710000"/>
          </a:xfrm>
          <a:prstGeom prst="arc">
            <a:avLst>
              <a:gd name="adj1" fmla="val 16200000"/>
              <a:gd name="adj2" fmla="val 13391445"/>
            </a:avLst>
          </a:prstGeom>
          <a:noFill/>
          <a:ln w="635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marL="0" indent="0" algn="ctr">
              <a:buNone/>
              <a:defRPr lang="en-GB" sz="1000" dirty="0">
                <a:solidFill>
                  <a:sysClr val="windowText" lastClr="000000"/>
                </a:solidFill>
              </a:defRPr>
            </a:lvl1pPr>
          </a:lstStyle>
          <a:p>
            <a:pPr lvl="0" algn="ctr" defTabSz="914400"/>
            <a:r>
              <a:rPr lang="en-US" dirty="0"/>
              <a:t> </a:t>
            </a:r>
            <a:endParaRPr lang="en-GB" dirty="0"/>
          </a:p>
        </p:txBody>
      </p:sp>
      <p:sp>
        <p:nvSpPr>
          <p:cNvPr id="35" name="Percent Placeholder">
            <a:extLst>
              <a:ext uri="{FF2B5EF4-FFF2-40B4-BE49-F238E27FC236}">
                <a16:creationId xmlns:a16="http://schemas.microsoft.com/office/drawing/2014/main" id="{C961342D-DF01-A6D6-1DEF-70415CCDFF62}"/>
              </a:ext>
            </a:extLst>
          </p:cNvPr>
          <p:cNvSpPr>
            <a:spLocks noGrp="1"/>
          </p:cNvSpPr>
          <p:nvPr>
            <p:ph type="body" sz="quarter" idx="42" hasCustomPrompt="1"/>
            <p:custDataLst>
              <p:tags r:id="rId13"/>
            </p:custDataLst>
          </p:nvPr>
        </p:nvSpPr>
        <p:spPr>
          <a:xfrm>
            <a:off x="9586056" y="2870685"/>
            <a:ext cx="1082032" cy="653248"/>
          </a:xfrm>
        </p:spPr>
        <p:txBody>
          <a:bodyPr lIns="0" tIns="108000" rIns="0" bIns="144000" anchor="ctr">
            <a:noAutofit/>
          </a:bodyPr>
          <a:lstStyle>
            <a:lvl1pPr marL="0" indent="0" algn="ctr">
              <a:lnSpc>
                <a:spcPct val="100000"/>
              </a:lnSpc>
              <a:spcBef>
                <a:spcPts val="0"/>
              </a:spcBef>
              <a:buNone/>
              <a:defRPr sz="3200" b="0">
                <a:solidFill>
                  <a:schemeClr val="tx1"/>
                </a:solidFill>
                <a:latin typeface="+mj-lt"/>
              </a:defRPr>
            </a:lvl1pPr>
          </a:lstStyle>
          <a:p>
            <a:pPr lvl="0"/>
            <a:r>
              <a:rPr lang="en-US" dirty="0"/>
              <a:t>XX%</a:t>
            </a:r>
          </a:p>
        </p:txBody>
      </p:sp>
      <p:sp>
        <p:nvSpPr>
          <p:cNvPr id="42" name="Title Placeholder">
            <a:extLst>
              <a:ext uri="{FF2B5EF4-FFF2-40B4-BE49-F238E27FC236}">
                <a16:creationId xmlns:a16="http://schemas.microsoft.com/office/drawing/2014/main" id="{AE7B12B9-C032-01F4-FA8E-13F75C00CDBF}"/>
              </a:ext>
            </a:extLst>
          </p:cNvPr>
          <p:cNvSpPr>
            <a:spLocks noGrp="1"/>
          </p:cNvSpPr>
          <p:nvPr>
            <p:ph type="title" hasCustomPrompt="1"/>
            <p:custDataLst>
              <p:tags r:id="rId14"/>
            </p:custDataLst>
          </p:nvPr>
        </p:nvSpPr>
        <p:spPr>
          <a:xfrm>
            <a:off x="587375" y="1304925"/>
            <a:ext cx="11017251" cy="627864"/>
          </a:xfrm>
          <a:prstGeom prst="rect">
            <a:avLst/>
          </a:prstGeom>
        </p:spPr>
        <p:txBody>
          <a:bodyPr vert="horz" wrap="square" lIns="0" tIns="0" rIns="21600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Tree>
    <p:extLst>
      <p:ext uri="{BB962C8B-B14F-4D97-AF65-F5344CB8AC3E}">
        <p14:creationId xmlns:p14="http://schemas.microsoft.com/office/powerpoint/2010/main" val="18482765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eChartV2">
    <p:bg>
      <p:bgPr>
        <a:solidFill>
          <a:schemeClr val="accent6"/>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0" y="2364788"/>
            <a:ext cx="5988050" cy="4493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587374" y="3546272"/>
            <a:ext cx="5400676" cy="2727528"/>
          </a:xfrm>
        </p:spPr>
        <p:txBody>
          <a:bodyPr lIns="0" tIns="108000" rIns="216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587374"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5" name="Chart">
            <a:extLst>
              <a:ext uri="{FF2B5EF4-FFF2-40B4-BE49-F238E27FC236}">
                <a16:creationId xmlns:a16="http://schemas.microsoft.com/office/drawing/2014/main" id="{5B70A909-3C79-4726-89CA-AFBF6E9D0FA2}"/>
              </a:ext>
            </a:extLst>
          </p:cNvPr>
          <p:cNvSpPr>
            <a:spLocks noGrp="1"/>
          </p:cNvSpPr>
          <p:nvPr>
            <p:ph type="chart" sz="quarter" idx="27"/>
          </p:nvPr>
        </p:nvSpPr>
        <p:spPr>
          <a:xfrm>
            <a:off x="6203950" y="2364200"/>
            <a:ext cx="5400338" cy="3909600"/>
          </a:xfrm>
        </p:spPr>
        <p:txBody>
          <a:bodyPr/>
          <a:lstStyle/>
          <a:p>
            <a:endParaRPr lang="ru-RU"/>
          </a:p>
        </p:txBody>
      </p:sp>
      <p:sp>
        <p:nvSpPr>
          <p:cNvPr id="6" name="Subtitle Placeholder">
            <a:extLst>
              <a:ext uri="{FF2B5EF4-FFF2-40B4-BE49-F238E27FC236}">
                <a16:creationId xmlns:a16="http://schemas.microsoft.com/office/drawing/2014/main" id="{A0CC94DA-BB35-A9A5-C4AB-FD2885B29C02}"/>
              </a:ext>
            </a:extLst>
          </p:cNvPr>
          <p:cNvSpPr>
            <a:spLocks noGrp="1"/>
          </p:cNvSpPr>
          <p:nvPr>
            <p:ph type="body" idx="31" hasCustomPrompt="1"/>
            <p:custDataLst>
              <p:tags r:id="rId4"/>
            </p:custDataLst>
          </p:nvPr>
        </p:nvSpPr>
        <p:spPr>
          <a:xfrm>
            <a:off x="587373" y="2863763"/>
            <a:ext cx="5399124" cy="663053"/>
          </a:xfrm>
        </p:spPr>
        <p:txBody>
          <a:bodyPr wrap="square" lIns="0" tIns="144000" rIns="180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1260534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eChartV1">
    <p:bg>
      <p:bgPr>
        <a:solidFill>
          <a:schemeClr val="accent6"/>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6209350" y="2364788"/>
            <a:ext cx="5982650" cy="4493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6563953" y="3546272"/>
            <a:ext cx="5037258" cy="2727528"/>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6563953"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5" name="Chart">
            <a:extLst>
              <a:ext uri="{FF2B5EF4-FFF2-40B4-BE49-F238E27FC236}">
                <a16:creationId xmlns:a16="http://schemas.microsoft.com/office/drawing/2014/main" id="{5B70A909-3C79-4726-89CA-AFBF6E9D0FA2}"/>
              </a:ext>
            </a:extLst>
          </p:cNvPr>
          <p:cNvSpPr>
            <a:spLocks noGrp="1"/>
          </p:cNvSpPr>
          <p:nvPr>
            <p:ph type="chart" sz="quarter" idx="27"/>
          </p:nvPr>
        </p:nvSpPr>
        <p:spPr>
          <a:xfrm>
            <a:off x="590789" y="2364200"/>
            <a:ext cx="5397261" cy="3909600"/>
          </a:xfrm>
        </p:spPr>
        <p:txBody>
          <a:bodyPr/>
          <a:lstStyle/>
          <a:p>
            <a:endParaRPr lang="ru-RU"/>
          </a:p>
        </p:txBody>
      </p:sp>
      <p:sp>
        <p:nvSpPr>
          <p:cNvPr id="6" name="Subtitle Placeholder">
            <a:extLst>
              <a:ext uri="{FF2B5EF4-FFF2-40B4-BE49-F238E27FC236}">
                <a16:creationId xmlns:a16="http://schemas.microsoft.com/office/drawing/2014/main" id="{A0CC94DA-BB35-A9A5-C4AB-FD2885B29C02}"/>
              </a:ext>
            </a:extLst>
          </p:cNvPr>
          <p:cNvSpPr>
            <a:spLocks noGrp="1"/>
          </p:cNvSpPr>
          <p:nvPr>
            <p:ph type="body" idx="31" hasCustomPrompt="1"/>
            <p:custDataLst>
              <p:tags r:id="rId4"/>
            </p:custDataLst>
          </p:nvPr>
        </p:nvSpPr>
        <p:spPr>
          <a:xfrm>
            <a:off x="6563952" y="2863763"/>
            <a:ext cx="5035811"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24647115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lumnChartV2">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0" y="2364788"/>
            <a:ext cx="5988050" cy="449321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587374" y="3546272"/>
            <a:ext cx="5400676" cy="2727528"/>
          </a:xfrm>
        </p:spPr>
        <p:txBody>
          <a:bodyPr lIns="0" tIns="108000" rIns="216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587374"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5" name="Chart">
            <a:extLst>
              <a:ext uri="{FF2B5EF4-FFF2-40B4-BE49-F238E27FC236}">
                <a16:creationId xmlns:a16="http://schemas.microsoft.com/office/drawing/2014/main" id="{5B70A909-3C79-4726-89CA-AFBF6E9D0FA2}"/>
              </a:ext>
            </a:extLst>
          </p:cNvPr>
          <p:cNvSpPr>
            <a:spLocks noGrp="1"/>
          </p:cNvSpPr>
          <p:nvPr>
            <p:ph type="chart" sz="quarter" idx="27"/>
          </p:nvPr>
        </p:nvSpPr>
        <p:spPr>
          <a:xfrm>
            <a:off x="6203950" y="2364200"/>
            <a:ext cx="5400338" cy="3909600"/>
          </a:xfrm>
        </p:spPr>
        <p:txBody>
          <a:bodyPr/>
          <a:lstStyle/>
          <a:p>
            <a:endParaRPr lang="ru-RU"/>
          </a:p>
        </p:txBody>
      </p:sp>
      <p:sp>
        <p:nvSpPr>
          <p:cNvPr id="6" name="Subtitle Placeholder">
            <a:extLst>
              <a:ext uri="{FF2B5EF4-FFF2-40B4-BE49-F238E27FC236}">
                <a16:creationId xmlns:a16="http://schemas.microsoft.com/office/drawing/2014/main" id="{A0CC94DA-BB35-A9A5-C4AB-FD2885B29C02}"/>
              </a:ext>
            </a:extLst>
          </p:cNvPr>
          <p:cNvSpPr>
            <a:spLocks noGrp="1"/>
          </p:cNvSpPr>
          <p:nvPr>
            <p:ph type="body" idx="31" hasCustomPrompt="1"/>
            <p:custDataLst>
              <p:tags r:id="rId4"/>
            </p:custDataLst>
          </p:nvPr>
        </p:nvSpPr>
        <p:spPr>
          <a:xfrm>
            <a:off x="587373" y="2863763"/>
            <a:ext cx="5399124" cy="663053"/>
          </a:xfrm>
        </p:spPr>
        <p:txBody>
          <a:bodyPr wrap="square" lIns="0" tIns="144000" rIns="180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9854251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lumnChartV1">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7177324-5EBD-F08E-D882-A03BF2287AF1}"/>
              </a:ext>
            </a:extLst>
          </p:cNvPr>
          <p:cNvSpPr/>
          <p:nvPr userDrawn="1"/>
        </p:nvSpPr>
        <p:spPr>
          <a:xfrm>
            <a:off x="6209350" y="2364788"/>
            <a:ext cx="5982650" cy="449321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D269A552-E1A8-BCF3-D99D-D396ADB90794}"/>
              </a:ext>
            </a:extLst>
          </p:cNvPr>
          <p:cNvSpPr>
            <a:spLocks noGrp="1"/>
          </p:cNvSpPr>
          <p:nvPr>
            <p:ph type="body" idx="25" hasCustomPrompt="1"/>
            <p:custDataLst>
              <p:tags r:id="rId3"/>
            </p:custDataLst>
          </p:nvPr>
        </p:nvSpPr>
        <p:spPr>
          <a:xfrm>
            <a:off x="6563953" y="3546272"/>
            <a:ext cx="5037258" cy="2727528"/>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cxnSp>
        <p:nvCxnSpPr>
          <p:cNvPr id="43" name="Straight Connector 42">
            <a:extLst>
              <a:ext uri="{FF2B5EF4-FFF2-40B4-BE49-F238E27FC236}">
                <a16:creationId xmlns:a16="http://schemas.microsoft.com/office/drawing/2014/main" id="{12D9F18A-BABE-7CBE-5CF6-E2C637982AA6}"/>
              </a:ext>
            </a:extLst>
          </p:cNvPr>
          <p:cNvCxnSpPr>
            <a:cxnSpLocks/>
          </p:cNvCxnSpPr>
          <p:nvPr userDrawn="1"/>
        </p:nvCxnSpPr>
        <p:spPr>
          <a:xfrm flipH="1">
            <a:off x="6563953" y="279678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5" name="Chart">
            <a:extLst>
              <a:ext uri="{FF2B5EF4-FFF2-40B4-BE49-F238E27FC236}">
                <a16:creationId xmlns:a16="http://schemas.microsoft.com/office/drawing/2014/main" id="{5B70A909-3C79-4726-89CA-AFBF6E9D0FA2}"/>
              </a:ext>
            </a:extLst>
          </p:cNvPr>
          <p:cNvSpPr>
            <a:spLocks noGrp="1"/>
          </p:cNvSpPr>
          <p:nvPr>
            <p:ph type="chart" sz="quarter" idx="27"/>
          </p:nvPr>
        </p:nvSpPr>
        <p:spPr>
          <a:xfrm>
            <a:off x="590789" y="2364200"/>
            <a:ext cx="5397261" cy="3909600"/>
          </a:xfrm>
        </p:spPr>
        <p:txBody>
          <a:bodyPr/>
          <a:lstStyle/>
          <a:p>
            <a:endParaRPr lang="ru-RU"/>
          </a:p>
        </p:txBody>
      </p:sp>
      <p:sp>
        <p:nvSpPr>
          <p:cNvPr id="6" name="Subtitle Placeholder">
            <a:extLst>
              <a:ext uri="{FF2B5EF4-FFF2-40B4-BE49-F238E27FC236}">
                <a16:creationId xmlns:a16="http://schemas.microsoft.com/office/drawing/2014/main" id="{A0CC94DA-BB35-A9A5-C4AB-FD2885B29C02}"/>
              </a:ext>
            </a:extLst>
          </p:cNvPr>
          <p:cNvSpPr>
            <a:spLocks noGrp="1"/>
          </p:cNvSpPr>
          <p:nvPr>
            <p:ph type="body" idx="31" hasCustomPrompt="1"/>
            <p:custDataLst>
              <p:tags r:id="rId4"/>
            </p:custDataLst>
          </p:nvPr>
        </p:nvSpPr>
        <p:spPr>
          <a:xfrm>
            <a:off x="6563952" y="2863763"/>
            <a:ext cx="5035811"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30250452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meline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972379"/>
            <a:ext cx="3529014" cy="1287134"/>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4331197" y="4972378"/>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410473"/>
            <a:ext cx="352901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4331713" y="4410473"/>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8076626" y="4964471"/>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8076626" y="4402566"/>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8076626" y="3276226"/>
            <a:ext cx="35280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4352768" y="3276226"/>
            <a:ext cx="3528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8" y="3276226"/>
            <a:ext cx="35280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3275832"/>
            <a:ext cx="35280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4352769" y="3276226"/>
            <a:ext cx="3528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8076626" y="3276226"/>
            <a:ext cx="35280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5" name="Straight Connector">
            <a:extLst>
              <a:ext uri="{FF2B5EF4-FFF2-40B4-BE49-F238E27FC236}">
                <a16:creationId xmlns:a16="http://schemas.microsoft.com/office/drawing/2014/main" id="{06A2993F-5403-046B-39A8-B2D258A056B3}"/>
              </a:ext>
            </a:extLst>
          </p:cNvPr>
          <p:cNvCxnSpPr>
            <a:cxnSpLocks/>
          </p:cNvCxnSpPr>
          <p:nvPr userDrawn="1"/>
        </p:nvCxnSpPr>
        <p:spPr>
          <a:xfrm>
            <a:off x="0" y="2843832"/>
            <a:ext cx="11600351"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5" name="Straight Connector">
            <a:extLst>
              <a:ext uri="{FF2B5EF4-FFF2-40B4-BE49-F238E27FC236}">
                <a16:creationId xmlns:a16="http://schemas.microsoft.com/office/drawing/2014/main" id="{3856B39D-CDF0-50C7-98DF-88328A28CB6D}"/>
              </a:ext>
            </a:extLst>
          </p:cNvPr>
          <p:cNvCxnSpPr>
            <a:cxnSpLocks/>
            <a:endCxn id="17" idx="0"/>
          </p:cNvCxnSpPr>
          <p:nvPr userDrawn="1"/>
        </p:nvCxnSpPr>
        <p:spPr>
          <a:xfrm>
            <a:off x="2355649" y="2843832"/>
            <a:ext cx="0" cy="432000"/>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Straight Connector">
            <a:extLst>
              <a:ext uri="{FF2B5EF4-FFF2-40B4-BE49-F238E27FC236}">
                <a16:creationId xmlns:a16="http://schemas.microsoft.com/office/drawing/2014/main" id="{8FEEC2A1-AB4E-C007-A236-55279E0F0629}"/>
              </a:ext>
            </a:extLst>
          </p:cNvPr>
          <p:cNvCxnSpPr>
            <a:cxnSpLocks/>
            <a:endCxn id="14" idx="0"/>
          </p:cNvCxnSpPr>
          <p:nvPr userDrawn="1"/>
        </p:nvCxnSpPr>
        <p:spPr>
          <a:xfrm>
            <a:off x="6116768" y="2843832"/>
            <a:ext cx="0" cy="43239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Straight Connector">
            <a:extLst>
              <a:ext uri="{FF2B5EF4-FFF2-40B4-BE49-F238E27FC236}">
                <a16:creationId xmlns:a16="http://schemas.microsoft.com/office/drawing/2014/main" id="{7107E1D9-4FAA-6F0B-B086-D0D0F8D59CF5}"/>
              </a:ext>
            </a:extLst>
          </p:cNvPr>
          <p:cNvCxnSpPr>
            <a:cxnSpLocks/>
            <a:endCxn id="13" idx="0"/>
          </p:cNvCxnSpPr>
          <p:nvPr userDrawn="1"/>
        </p:nvCxnSpPr>
        <p:spPr>
          <a:xfrm>
            <a:off x="9840626" y="2843832"/>
            <a:ext cx="0" cy="43239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90681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meline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2592119"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3396160" y="4758975"/>
            <a:ext cx="2591374"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188363"/>
            <a:ext cx="2592119"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3396676"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6208004" y="4758975"/>
            <a:ext cx="2591374"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6208520"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6208520" y="3088862"/>
            <a:ext cx="2592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3396676" y="3088862"/>
            <a:ext cx="2592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7" y="3088862"/>
            <a:ext cx="25920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7" y="3088468"/>
            <a:ext cx="25920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3396676" y="3088862"/>
            <a:ext cx="2592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6208520" y="3088862"/>
            <a:ext cx="2592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9016561" y="4758175"/>
            <a:ext cx="2591374" cy="15272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9017077"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9016561" y="3088862"/>
            <a:ext cx="25920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9016561" y="3088862"/>
            <a:ext cx="2592000" cy="874800"/>
          </a:xfrm>
        </p:spPr>
        <p:txBody>
          <a:bodyPr wrap="square" lIns="216000" tIns="144000" rIns="216000" bIns="144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4" name="Straight Connector">
            <a:extLst>
              <a:ext uri="{FF2B5EF4-FFF2-40B4-BE49-F238E27FC236}">
                <a16:creationId xmlns:a16="http://schemas.microsoft.com/office/drawing/2014/main" id="{6E31E8B7-AD09-234C-0FAA-EAA58949ED97}"/>
              </a:ext>
            </a:extLst>
          </p:cNvPr>
          <p:cNvCxnSpPr>
            <a:cxnSpLocks/>
          </p:cNvCxnSpPr>
          <p:nvPr userDrawn="1"/>
        </p:nvCxnSpPr>
        <p:spPr>
          <a:xfrm>
            <a:off x="0" y="2656468"/>
            <a:ext cx="11600351"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Straight Connector">
            <a:extLst>
              <a:ext uri="{FF2B5EF4-FFF2-40B4-BE49-F238E27FC236}">
                <a16:creationId xmlns:a16="http://schemas.microsoft.com/office/drawing/2014/main" id="{4CCF9849-73DD-EA02-4108-1234BD86D070}"/>
              </a:ext>
            </a:extLst>
          </p:cNvPr>
          <p:cNvCxnSpPr>
            <a:cxnSpLocks/>
          </p:cNvCxnSpPr>
          <p:nvPr userDrawn="1"/>
        </p:nvCxnSpPr>
        <p:spPr>
          <a:xfrm>
            <a:off x="1993849" y="2656468"/>
            <a:ext cx="0" cy="432000"/>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Straight Connector">
            <a:extLst>
              <a:ext uri="{FF2B5EF4-FFF2-40B4-BE49-F238E27FC236}">
                <a16:creationId xmlns:a16="http://schemas.microsoft.com/office/drawing/2014/main" id="{4D0A662B-D5A5-CA24-73B6-C8987D1DAE1D}"/>
              </a:ext>
            </a:extLst>
          </p:cNvPr>
          <p:cNvCxnSpPr>
            <a:cxnSpLocks/>
            <a:endCxn id="18" idx="0"/>
          </p:cNvCxnSpPr>
          <p:nvPr userDrawn="1"/>
        </p:nvCxnSpPr>
        <p:spPr>
          <a:xfrm>
            <a:off x="4692676" y="2656468"/>
            <a:ext cx="0" cy="43239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Straight Connector">
            <a:extLst>
              <a:ext uri="{FF2B5EF4-FFF2-40B4-BE49-F238E27FC236}">
                <a16:creationId xmlns:a16="http://schemas.microsoft.com/office/drawing/2014/main" id="{48A30BCE-A457-EA7D-E150-E00EB879A7D0}"/>
              </a:ext>
            </a:extLst>
          </p:cNvPr>
          <p:cNvCxnSpPr>
            <a:cxnSpLocks/>
            <a:endCxn id="19" idx="0"/>
          </p:cNvCxnSpPr>
          <p:nvPr userDrawn="1"/>
        </p:nvCxnSpPr>
        <p:spPr>
          <a:xfrm>
            <a:off x="7504520" y="2656468"/>
            <a:ext cx="0" cy="43239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Straight Connector">
            <a:extLst>
              <a:ext uri="{FF2B5EF4-FFF2-40B4-BE49-F238E27FC236}">
                <a16:creationId xmlns:a16="http://schemas.microsoft.com/office/drawing/2014/main" id="{7DE6A98D-60B2-082A-C392-0008DC00A98E}"/>
              </a:ext>
            </a:extLst>
          </p:cNvPr>
          <p:cNvCxnSpPr>
            <a:cxnSpLocks/>
            <a:endCxn id="20" idx="0"/>
          </p:cNvCxnSpPr>
          <p:nvPr userDrawn="1"/>
        </p:nvCxnSpPr>
        <p:spPr>
          <a:xfrm>
            <a:off x="10312561" y="2656468"/>
            <a:ext cx="0" cy="43239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5121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melineV3">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2836747"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2836747"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5086120"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5086120"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5086120" y="3083606"/>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2836747" y="3083606"/>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3083606"/>
            <a:ext cx="20160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3083212"/>
            <a:ext cx="20160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2836747" y="3083606"/>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5086120" y="3083606"/>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7335493" y="4758175"/>
            <a:ext cx="20160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7335493"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7335493" y="3083606"/>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7335493" y="3083606"/>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5" name="Text Placeholder 5">
            <a:extLst>
              <a:ext uri="{FF2B5EF4-FFF2-40B4-BE49-F238E27FC236}">
                <a16:creationId xmlns:a16="http://schemas.microsoft.com/office/drawing/2014/main" id="{6706F182-7111-5D39-B84E-1E493CD9AED9}"/>
              </a:ext>
            </a:extLst>
          </p:cNvPr>
          <p:cNvSpPr>
            <a:spLocks noGrp="1"/>
          </p:cNvSpPr>
          <p:nvPr>
            <p:ph type="body" idx="48" hasCustomPrompt="1"/>
            <p:custDataLst>
              <p:tags r:id="rId15"/>
            </p:custDataLst>
          </p:nvPr>
        </p:nvSpPr>
        <p:spPr>
          <a:xfrm>
            <a:off x="9584351" y="4758641"/>
            <a:ext cx="20160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36" name="Subtitle Placeholder 5">
            <a:extLst>
              <a:ext uri="{FF2B5EF4-FFF2-40B4-BE49-F238E27FC236}">
                <a16:creationId xmlns:a16="http://schemas.microsoft.com/office/drawing/2014/main" id="{FBD1C0D4-1E94-70CA-C4BB-10B19C976ABD}"/>
              </a:ext>
            </a:extLst>
          </p:cNvPr>
          <p:cNvSpPr>
            <a:spLocks noGrp="1"/>
          </p:cNvSpPr>
          <p:nvPr>
            <p:ph type="body" idx="49" hasCustomPrompt="1"/>
            <p:custDataLst>
              <p:tags r:id="rId16"/>
            </p:custDataLst>
          </p:nvPr>
        </p:nvSpPr>
        <p:spPr>
          <a:xfrm>
            <a:off x="9584867" y="4188829"/>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1" name="Rectangle 40">
            <a:extLst>
              <a:ext uri="{FF2B5EF4-FFF2-40B4-BE49-F238E27FC236}">
                <a16:creationId xmlns:a16="http://schemas.microsoft.com/office/drawing/2014/main" id="{78E01E96-A88A-E7AF-F600-D3D8EF0A93CC}"/>
              </a:ext>
            </a:extLst>
          </p:cNvPr>
          <p:cNvSpPr/>
          <p:nvPr userDrawn="1"/>
        </p:nvSpPr>
        <p:spPr>
          <a:xfrm>
            <a:off x="9584351" y="3084072"/>
            <a:ext cx="20160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Milestone Placeholder 5">
            <a:extLst>
              <a:ext uri="{FF2B5EF4-FFF2-40B4-BE49-F238E27FC236}">
                <a16:creationId xmlns:a16="http://schemas.microsoft.com/office/drawing/2014/main" id="{D54DBBBB-0169-4D6A-6884-44B67D36D4DE}"/>
              </a:ext>
            </a:extLst>
          </p:cNvPr>
          <p:cNvSpPr>
            <a:spLocks noGrp="1"/>
          </p:cNvSpPr>
          <p:nvPr>
            <p:ph type="body" idx="50" hasCustomPrompt="1"/>
            <p:custDataLst>
              <p:tags r:id="rId17"/>
            </p:custDataLst>
          </p:nvPr>
        </p:nvSpPr>
        <p:spPr>
          <a:xfrm>
            <a:off x="9584351" y="3084072"/>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4" name="Straight Connector">
            <a:extLst>
              <a:ext uri="{FF2B5EF4-FFF2-40B4-BE49-F238E27FC236}">
                <a16:creationId xmlns:a16="http://schemas.microsoft.com/office/drawing/2014/main" id="{FD4B6748-783B-1D0E-00B6-B782E335AF55}"/>
              </a:ext>
            </a:extLst>
          </p:cNvPr>
          <p:cNvCxnSpPr>
            <a:cxnSpLocks/>
          </p:cNvCxnSpPr>
          <p:nvPr userDrawn="1"/>
        </p:nvCxnSpPr>
        <p:spPr>
          <a:xfrm>
            <a:off x="0" y="2656468"/>
            <a:ext cx="11600351"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Straight Connector">
            <a:extLst>
              <a:ext uri="{FF2B5EF4-FFF2-40B4-BE49-F238E27FC236}">
                <a16:creationId xmlns:a16="http://schemas.microsoft.com/office/drawing/2014/main" id="{367D8DEB-F6CD-4EBF-B393-FED98FCF788E}"/>
              </a:ext>
            </a:extLst>
          </p:cNvPr>
          <p:cNvCxnSpPr>
            <a:cxnSpLocks/>
            <a:endCxn id="16" idx="0"/>
          </p:cNvCxnSpPr>
          <p:nvPr userDrawn="1"/>
        </p:nvCxnSpPr>
        <p:spPr>
          <a:xfrm>
            <a:off x="1599649" y="2656468"/>
            <a:ext cx="0" cy="427138"/>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Straight Connector">
            <a:extLst>
              <a:ext uri="{FF2B5EF4-FFF2-40B4-BE49-F238E27FC236}">
                <a16:creationId xmlns:a16="http://schemas.microsoft.com/office/drawing/2014/main" id="{F8893058-E3F2-A286-0CE8-AFD108F1DE2D}"/>
              </a:ext>
            </a:extLst>
          </p:cNvPr>
          <p:cNvCxnSpPr>
            <a:cxnSpLocks/>
            <a:endCxn id="14" idx="0"/>
          </p:cNvCxnSpPr>
          <p:nvPr userDrawn="1"/>
        </p:nvCxnSpPr>
        <p:spPr>
          <a:xfrm>
            <a:off x="3844747" y="2656468"/>
            <a:ext cx="0" cy="427138"/>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Straight Connector">
            <a:extLst>
              <a:ext uri="{FF2B5EF4-FFF2-40B4-BE49-F238E27FC236}">
                <a16:creationId xmlns:a16="http://schemas.microsoft.com/office/drawing/2014/main" id="{4D183C89-DEFE-A020-344C-3F07A2726AB9}"/>
              </a:ext>
            </a:extLst>
          </p:cNvPr>
          <p:cNvCxnSpPr>
            <a:cxnSpLocks/>
            <a:endCxn id="19" idx="0"/>
          </p:cNvCxnSpPr>
          <p:nvPr userDrawn="1"/>
        </p:nvCxnSpPr>
        <p:spPr>
          <a:xfrm flipH="1">
            <a:off x="6094120" y="2656468"/>
            <a:ext cx="1880" cy="427138"/>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Straight Connector">
            <a:extLst>
              <a:ext uri="{FF2B5EF4-FFF2-40B4-BE49-F238E27FC236}">
                <a16:creationId xmlns:a16="http://schemas.microsoft.com/office/drawing/2014/main" id="{3E525FDD-F4AC-9370-5D17-5C999AE307C9}"/>
              </a:ext>
            </a:extLst>
          </p:cNvPr>
          <p:cNvCxnSpPr>
            <a:cxnSpLocks/>
            <a:endCxn id="41" idx="0"/>
          </p:cNvCxnSpPr>
          <p:nvPr userDrawn="1"/>
        </p:nvCxnSpPr>
        <p:spPr>
          <a:xfrm>
            <a:off x="10592351" y="2656468"/>
            <a:ext cx="0" cy="427604"/>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traight Connector">
            <a:extLst>
              <a:ext uri="{FF2B5EF4-FFF2-40B4-BE49-F238E27FC236}">
                <a16:creationId xmlns:a16="http://schemas.microsoft.com/office/drawing/2014/main" id="{BD4CC4A3-4AE5-1811-2572-2CC97FEBB4AD}"/>
              </a:ext>
            </a:extLst>
          </p:cNvPr>
          <p:cNvCxnSpPr>
            <a:cxnSpLocks/>
            <a:endCxn id="6" idx="0"/>
          </p:cNvCxnSpPr>
          <p:nvPr userDrawn="1"/>
        </p:nvCxnSpPr>
        <p:spPr>
          <a:xfrm>
            <a:off x="8343493" y="2656468"/>
            <a:ext cx="0" cy="427138"/>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91236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melineV4">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2459007"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2459007"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4330640"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4330640"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4330640" y="2807336"/>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2459007" y="2807336"/>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2807336"/>
            <a:ext cx="16596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2806942"/>
            <a:ext cx="16596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2459007" y="2807336"/>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4330640" y="2807336"/>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6202273" y="4758175"/>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6202273"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6202273" y="2807336"/>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6202273" y="2807336"/>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5" name="Text Placeholder 5">
            <a:extLst>
              <a:ext uri="{FF2B5EF4-FFF2-40B4-BE49-F238E27FC236}">
                <a16:creationId xmlns:a16="http://schemas.microsoft.com/office/drawing/2014/main" id="{6706F182-7111-5D39-B84E-1E493CD9AED9}"/>
              </a:ext>
            </a:extLst>
          </p:cNvPr>
          <p:cNvSpPr>
            <a:spLocks noGrp="1"/>
          </p:cNvSpPr>
          <p:nvPr>
            <p:ph type="body" idx="48" hasCustomPrompt="1"/>
            <p:custDataLst>
              <p:tags r:id="rId15"/>
            </p:custDataLst>
          </p:nvPr>
        </p:nvSpPr>
        <p:spPr>
          <a:xfrm>
            <a:off x="8073906" y="4758641"/>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36" name="Subtitle Placeholder 5">
            <a:extLst>
              <a:ext uri="{FF2B5EF4-FFF2-40B4-BE49-F238E27FC236}">
                <a16:creationId xmlns:a16="http://schemas.microsoft.com/office/drawing/2014/main" id="{FBD1C0D4-1E94-70CA-C4BB-10B19C976ABD}"/>
              </a:ext>
            </a:extLst>
          </p:cNvPr>
          <p:cNvSpPr>
            <a:spLocks noGrp="1"/>
          </p:cNvSpPr>
          <p:nvPr>
            <p:ph type="body" idx="49" hasCustomPrompt="1"/>
            <p:custDataLst>
              <p:tags r:id="rId16"/>
            </p:custDataLst>
          </p:nvPr>
        </p:nvSpPr>
        <p:spPr>
          <a:xfrm>
            <a:off x="8073906"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1" name="Rectangle 40">
            <a:extLst>
              <a:ext uri="{FF2B5EF4-FFF2-40B4-BE49-F238E27FC236}">
                <a16:creationId xmlns:a16="http://schemas.microsoft.com/office/drawing/2014/main" id="{78E01E96-A88A-E7AF-F600-D3D8EF0A93CC}"/>
              </a:ext>
            </a:extLst>
          </p:cNvPr>
          <p:cNvSpPr/>
          <p:nvPr userDrawn="1"/>
        </p:nvSpPr>
        <p:spPr>
          <a:xfrm>
            <a:off x="8073906" y="2807802"/>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Milestone Placeholder 5">
            <a:extLst>
              <a:ext uri="{FF2B5EF4-FFF2-40B4-BE49-F238E27FC236}">
                <a16:creationId xmlns:a16="http://schemas.microsoft.com/office/drawing/2014/main" id="{D54DBBBB-0169-4D6A-6884-44B67D36D4DE}"/>
              </a:ext>
            </a:extLst>
          </p:cNvPr>
          <p:cNvSpPr>
            <a:spLocks noGrp="1"/>
          </p:cNvSpPr>
          <p:nvPr>
            <p:ph type="body" idx="50" hasCustomPrompt="1"/>
            <p:custDataLst>
              <p:tags r:id="rId17"/>
            </p:custDataLst>
          </p:nvPr>
        </p:nvSpPr>
        <p:spPr>
          <a:xfrm>
            <a:off x="8073906" y="2807802"/>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1" name="Text Placeholder 6">
            <a:extLst>
              <a:ext uri="{FF2B5EF4-FFF2-40B4-BE49-F238E27FC236}">
                <a16:creationId xmlns:a16="http://schemas.microsoft.com/office/drawing/2014/main" id="{1CDA26F3-D759-5C66-0F1A-629D702FA986}"/>
              </a:ext>
            </a:extLst>
          </p:cNvPr>
          <p:cNvSpPr>
            <a:spLocks noGrp="1"/>
          </p:cNvSpPr>
          <p:nvPr>
            <p:ph type="body" idx="51" hasCustomPrompt="1"/>
            <p:custDataLst>
              <p:tags r:id="rId18"/>
            </p:custDataLst>
          </p:nvPr>
        </p:nvSpPr>
        <p:spPr>
          <a:xfrm>
            <a:off x="9945025" y="4758175"/>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4" name="Subtitle Placeholder 6">
            <a:extLst>
              <a:ext uri="{FF2B5EF4-FFF2-40B4-BE49-F238E27FC236}">
                <a16:creationId xmlns:a16="http://schemas.microsoft.com/office/drawing/2014/main" id="{2C4A8370-EDE3-1696-05E0-A6AD3B67314B}"/>
              </a:ext>
            </a:extLst>
          </p:cNvPr>
          <p:cNvSpPr>
            <a:spLocks noGrp="1"/>
          </p:cNvSpPr>
          <p:nvPr>
            <p:ph type="body" idx="52" hasCustomPrompt="1"/>
            <p:custDataLst>
              <p:tags r:id="rId19"/>
            </p:custDataLst>
          </p:nvPr>
        </p:nvSpPr>
        <p:spPr>
          <a:xfrm>
            <a:off x="9945541"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6" name="Rectangle 25">
            <a:extLst>
              <a:ext uri="{FF2B5EF4-FFF2-40B4-BE49-F238E27FC236}">
                <a16:creationId xmlns:a16="http://schemas.microsoft.com/office/drawing/2014/main" id="{A8DFA6F0-7179-DEB5-ACC9-B01D29C1385E}"/>
              </a:ext>
            </a:extLst>
          </p:cNvPr>
          <p:cNvSpPr/>
          <p:nvPr userDrawn="1"/>
        </p:nvSpPr>
        <p:spPr>
          <a:xfrm>
            <a:off x="9945025" y="2807336"/>
            <a:ext cx="16596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Milestone Placeholder 6">
            <a:extLst>
              <a:ext uri="{FF2B5EF4-FFF2-40B4-BE49-F238E27FC236}">
                <a16:creationId xmlns:a16="http://schemas.microsoft.com/office/drawing/2014/main" id="{ED3EDE58-1D17-39F3-32AC-C96B67B7EC1E}"/>
              </a:ext>
            </a:extLst>
          </p:cNvPr>
          <p:cNvSpPr>
            <a:spLocks noGrp="1"/>
          </p:cNvSpPr>
          <p:nvPr>
            <p:ph type="body" idx="53" hasCustomPrompt="1"/>
            <p:custDataLst>
              <p:tags r:id="rId20"/>
            </p:custDataLst>
          </p:nvPr>
        </p:nvSpPr>
        <p:spPr>
          <a:xfrm>
            <a:off x="9945025" y="2807336"/>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2" name="Straight Connector">
            <a:extLst>
              <a:ext uri="{FF2B5EF4-FFF2-40B4-BE49-F238E27FC236}">
                <a16:creationId xmlns:a16="http://schemas.microsoft.com/office/drawing/2014/main" id="{D3E8344F-CD88-2225-195E-643A6DE78F5F}"/>
              </a:ext>
            </a:extLst>
          </p:cNvPr>
          <p:cNvCxnSpPr>
            <a:cxnSpLocks/>
          </p:cNvCxnSpPr>
          <p:nvPr userDrawn="1"/>
        </p:nvCxnSpPr>
        <p:spPr>
          <a:xfrm>
            <a:off x="0" y="2356761"/>
            <a:ext cx="11600351"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a:extLst>
              <a:ext uri="{FF2B5EF4-FFF2-40B4-BE49-F238E27FC236}">
                <a16:creationId xmlns:a16="http://schemas.microsoft.com/office/drawing/2014/main" id="{9BD3C5C5-ED63-8177-04F4-DF41C29D4DAD}"/>
              </a:ext>
            </a:extLst>
          </p:cNvPr>
          <p:cNvCxnSpPr>
            <a:cxnSpLocks/>
            <a:endCxn id="16" idx="0"/>
          </p:cNvCxnSpPr>
          <p:nvPr userDrawn="1"/>
        </p:nvCxnSpPr>
        <p:spPr>
          <a:xfrm>
            <a:off x="1421449" y="2356761"/>
            <a:ext cx="0" cy="450575"/>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Straight Connector">
            <a:extLst>
              <a:ext uri="{FF2B5EF4-FFF2-40B4-BE49-F238E27FC236}">
                <a16:creationId xmlns:a16="http://schemas.microsoft.com/office/drawing/2014/main" id="{4328BBCA-04A5-EBCE-71DF-A91B5AA54E44}"/>
              </a:ext>
            </a:extLst>
          </p:cNvPr>
          <p:cNvCxnSpPr>
            <a:cxnSpLocks/>
            <a:endCxn id="18" idx="0"/>
          </p:cNvCxnSpPr>
          <p:nvPr userDrawn="1"/>
        </p:nvCxnSpPr>
        <p:spPr>
          <a:xfrm>
            <a:off x="3288807" y="2356761"/>
            <a:ext cx="0" cy="450575"/>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Straight Connector">
            <a:extLst>
              <a:ext uri="{FF2B5EF4-FFF2-40B4-BE49-F238E27FC236}">
                <a16:creationId xmlns:a16="http://schemas.microsoft.com/office/drawing/2014/main" id="{9F6562CE-7EAE-16E7-CF76-54D9CB42C8C6}"/>
              </a:ext>
            </a:extLst>
          </p:cNvPr>
          <p:cNvCxnSpPr>
            <a:cxnSpLocks/>
            <a:endCxn id="19" idx="0"/>
          </p:cNvCxnSpPr>
          <p:nvPr userDrawn="1"/>
        </p:nvCxnSpPr>
        <p:spPr>
          <a:xfrm>
            <a:off x="5160440" y="2356761"/>
            <a:ext cx="0" cy="450575"/>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traight Connector">
            <a:extLst>
              <a:ext uri="{FF2B5EF4-FFF2-40B4-BE49-F238E27FC236}">
                <a16:creationId xmlns:a16="http://schemas.microsoft.com/office/drawing/2014/main" id="{CCFBC3F7-06C7-D754-D58A-AF0CAC2EB3BB}"/>
              </a:ext>
            </a:extLst>
          </p:cNvPr>
          <p:cNvCxnSpPr>
            <a:cxnSpLocks/>
            <a:endCxn id="42" idx="0"/>
          </p:cNvCxnSpPr>
          <p:nvPr userDrawn="1"/>
        </p:nvCxnSpPr>
        <p:spPr>
          <a:xfrm>
            <a:off x="8903706" y="2356761"/>
            <a:ext cx="0" cy="451041"/>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Straight Connector">
            <a:extLst>
              <a:ext uri="{FF2B5EF4-FFF2-40B4-BE49-F238E27FC236}">
                <a16:creationId xmlns:a16="http://schemas.microsoft.com/office/drawing/2014/main" id="{080E16FE-4C1F-527E-A814-FBCA5C7F000C}"/>
              </a:ext>
            </a:extLst>
          </p:cNvPr>
          <p:cNvCxnSpPr>
            <a:cxnSpLocks/>
            <a:endCxn id="6" idx="0"/>
          </p:cNvCxnSpPr>
          <p:nvPr userDrawn="1"/>
        </p:nvCxnSpPr>
        <p:spPr>
          <a:xfrm>
            <a:off x="7031561" y="2356761"/>
            <a:ext cx="512" cy="450575"/>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Straight Connector">
            <a:extLst>
              <a:ext uri="{FF2B5EF4-FFF2-40B4-BE49-F238E27FC236}">
                <a16:creationId xmlns:a16="http://schemas.microsoft.com/office/drawing/2014/main" id="{A095EEE7-CF36-DEF2-E54E-A73CA3EA478A}"/>
              </a:ext>
            </a:extLst>
          </p:cNvPr>
          <p:cNvCxnSpPr>
            <a:cxnSpLocks/>
            <a:endCxn id="26" idx="0"/>
          </p:cNvCxnSpPr>
          <p:nvPr userDrawn="1"/>
        </p:nvCxnSpPr>
        <p:spPr>
          <a:xfrm>
            <a:off x="10770551" y="2356761"/>
            <a:ext cx="4274" cy="450575"/>
          </a:xfrm>
          <a:prstGeom prst="line">
            <a:avLst/>
          </a:prstGeom>
          <a:ln w="12700">
            <a:headEnd type="ova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01935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melineV5">
    <p:bg>
      <p:bgPr>
        <a:solidFill>
          <a:schemeClr val="accent6"/>
        </a:solidFill>
        <a:effectLst/>
      </p:bgPr>
    </p:bg>
    <p:spTree>
      <p:nvGrpSpPr>
        <p:cNvPr id="1" name=""/>
        <p:cNvGrpSpPr/>
        <p:nvPr/>
      </p:nvGrpSpPr>
      <p:grpSpPr>
        <a:xfrm>
          <a:off x="0" y="0"/>
          <a:ext cx="0" cy="0"/>
          <a:chOff x="0" y="0"/>
          <a:chExt cx="0" cy="0"/>
        </a:xfrm>
      </p:grpSpPr>
      <p:cxnSp>
        <p:nvCxnSpPr>
          <p:cNvPr id="15" name="Straight Connector">
            <a:extLst>
              <a:ext uri="{FF2B5EF4-FFF2-40B4-BE49-F238E27FC236}">
                <a16:creationId xmlns:a16="http://schemas.microsoft.com/office/drawing/2014/main" id="{7FBDCE9F-9153-451B-4BC7-36E5E9652E65}"/>
              </a:ext>
            </a:extLst>
          </p:cNvPr>
          <p:cNvCxnSpPr>
            <a:cxnSpLocks/>
            <a:stCxn id="17" idx="3"/>
            <a:endCxn id="18" idx="1"/>
          </p:cNvCxnSpPr>
          <p:nvPr userDrawn="1"/>
        </p:nvCxnSpPr>
        <p:spPr>
          <a:xfrm>
            <a:off x="3396049" y="3428462"/>
            <a:ext cx="956720"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972379"/>
            <a:ext cx="3529014" cy="1287134"/>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4331197" y="4972378"/>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410473"/>
            <a:ext cx="352901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4331713" y="4410473"/>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8076626" y="4964471"/>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8077142" y="4402566"/>
            <a:ext cx="3528000"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8097681" y="2991062"/>
            <a:ext cx="2804013"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4352769" y="2991062"/>
            <a:ext cx="2804013"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2991062"/>
            <a:ext cx="2804013"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2990668"/>
            <a:ext cx="28044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4352769" y="2991062"/>
            <a:ext cx="28044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8097681" y="2991062"/>
            <a:ext cx="28044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2" name="Straight Connector">
            <a:extLst>
              <a:ext uri="{FF2B5EF4-FFF2-40B4-BE49-F238E27FC236}">
                <a16:creationId xmlns:a16="http://schemas.microsoft.com/office/drawing/2014/main" id="{560E5702-0269-06C0-237A-4E0A2C7AD78C}"/>
              </a:ext>
            </a:extLst>
          </p:cNvPr>
          <p:cNvCxnSpPr>
            <a:cxnSpLocks/>
            <a:stCxn id="18" idx="3"/>
            <a:endCxn id="19" idx="1"/>
          </p:cNvCxnSpPr>
          <p:nvPr userDrawn="1"/>
        </p:nvCxnSpPr>
        <p:spPr>
          <a:xfrm>
            <a:off x="7157169" y="3428462"/>
            <a:ext cx="940512"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5461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melineV6">
    <p:bg>
      <p:bgPr>
        <a:solidFill>
          <a:schemeClr val="accent6"/>
        </a:solidFill>
        <a:effectLst/>
      </p:bgPr>
    </p:bg>
    <p:spTree>
      <p:nvGrpSpPr>
        <p:cNvPr id="1" name=""/>
        <p:cNvGrpSpPr/>
        <p:nvPr/>
      </p:nvGrpSpPr>
      <p:grpSpPr>
        <a:xfrm>
          <a:off x="0" y="0"/>
          <a:ext cx="0" cy="0"/>
          <a:chOff x="0" y="0"/>
          <a:chExt cx="0" cy="0"/>
        </a:xfrm>
      </p:grpSpPr>
      <p:cxnSp>
        <p:nvCxnSpPr>
          <p:cNvPr id="15" name="Straight Connector">
            <a:extLst>
              <a:ext uri="{FF2B5EF4-FFF2-40B4-BE49-F238E27FC236}">
                <a16:creationId xmlns:a16="http://schemas.microsoft.com/office/drawing/2014/main" id="{7FBDCE9F-9153-451B-4BC7-36E5E9652E65}"/>
              </a:ext>
            </a:extLst>
          </p:cNvPr>
          <p:cNvCxnSpPr>
            <a:cxnSpLocks/>
          </p:cNvCxnSpPr>
          <p:nvPr userDrawn="1"/>
        </p:nvCxnSpPr>
        <p:spPr>
          <a:xfrm>
            <a:off x="2823649" y="3428534"/>
            <a:ext cx="573027"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2592119"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3396160" y="4758975"/>
            <a:ext cx="2591374"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188363"/>
            <a:ext cx="2592119"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3396676"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6208004" y="4758975"/>
            <a:ext cx="2591374" cy="152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6208520"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6208520" y="2991134"/>
            <a:ext cx="2232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3396676" y="2991134"/>
            <a:ext cx="2232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2991134"/>
            <a:ext cx="22320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2990740"/>
            <a:ext cx="22320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3396676" y="2991134"/>
            <a:ext cx="2232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6208520" y="2991134"/>
            <a:ext cx="2232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2" name="Straight Connector">
            <a:extLst>
              <a:ext uri="{FF2B5EF4-FFF2-40B4-BE49-F238E27FC236}">
                <a16:creationId xmlns:a16="http://schemas.microsoft.com/office/drawing/2014/main" id="{560E5702-0269-06C0-237A-4E0A2C7AD78C}"/>
              </a:ext>
            </a:extLst>
          </p:cNvPr>
          <p:cNvCxnSpPr>
            <a:cxnSpLocks/>
          </p:cNvCxnSpPr>
          <p:nvPr userDrawn="1"/>
        </p:nvCxnSpPr>
        <p:spPr>
          <a:xfrm>
            <a:off x="5628676" y="3428534"/>
            <a:ext cx="579844"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a:extLst>
              <a:ext uri="{FF2B5EF4-FFF2-40B4-BE49-F238E27FC236}">
                <a16:creationId xmlns:a16="http://schemas.microsoft.com/office/drawing/2014/main" id="{06A2993F-5403-046B-39A8-B2D258A056B3}"/>
              </a:ext>
            </a:extLst>
          </p:cNvPr>
          <p:cNvCxnSpPr>
            <a:cxnSpLocks/>
          </p:cNvCxnSpPr>
          <p:nvPr userDrawn="1"/>
        </p:nvCxnSpPr>
        <p:spPr>
          <a:xfrm>
            <a:off x="8440520" y="3428265"/>
            <a:ext cx="576041" cy="466"/>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9016561" y="4758175"/>
            <a:ext cx="2591374" cy="15272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9017077" y="4188363"/>
            <a:ext cx="2591374" cy="553998"/>
          </a:xfrm>
        </p:spPr>
        <p:txBody>
          <a:bodyPr wrap="square" lIns="0" tIns="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9016561" y="2991134"/>
            <a:ext cx="22320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9016561" y="2991134"/>
            <a:ext cx="2232000" cy="874800"/>
          </a:xfrm>
        </p:spPr>
        <p:txBody>
          <a:bodyPr wrap="square" lIns="216000" tIns="144000" rIns="216000" bIns="144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42658949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melineV7">
    <p:bg>
      <p:bgPr>
        <a:solidFill>
          <a:schemeClr val="accent6"/>
        </a:solidFill>
        <a:effectLst/>
      </p:bgPr>
    </p:bg>
    <p:spTree>
      <p:nvGrpSpPr>
        <p:cNvPr id="1" name=""/>
        <p:cNvGrpSpPr/>
        <p:nvPr/>
      </p:nvGrpSpPr>
      <p:grpSpPr>
        <a:xfrm>
          <a:off x="0" y="0"/>
          <a:ext cx="0" cy="0"/>
          <a:chOff x="0" y="0"/>
          <a:chExt cx="0" cy="0"/>
        </a:xfrm>
      </p:grpSpPr>
      <p:cxnSp>
        <p:nvCxnSpPr>
          <p:cNvPr id="15" name="Straight Connector">
            <a:extLst>
              <a:ext uri="{FF2B5EF4-FFF2-40B4-BE49-F238E27FC236}">
                <a16:creationId xmlns:a16="http://schemas.microsoft.com/office/drawing/2014/main" id="{7FBDCE9F-9153-451B-4BC7-36E5E9652E65}"/>
              </a:ext>
            </a:extLst>
          </p:cNvPr>
          <p:cNvCxnSpPr>
            <a:cxnSpLocks/>
            <a:stCxn id="18" idx="3"/>
            <a:endCxn id="13" idx="1"/>
          </p:cNvCxnSpPr>
          <p:nvPr userDrawn="1"/>
        </p:nvCxnSpPr>
        <p:spPr>
          <a:xfrm>
            <a:off x="4852747" y="3428534"/>
            <a:ext cx="233373"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2836747"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2836747"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5086120" y="4758975"/>
            <a:ext cx="20160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5086120"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5086120" y="2991134"/>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2836747" y="2991134"/>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2991134"/>
            <a:ext cx="20160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2990740"/>
            <a:ext cx="20160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2836747" y="2991134"/>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5086120" y="2991134"/>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2" name="Straight Connector">
            <a:extLst>
              <a:ext uri="{FF2B5EF4-FFF2-40B4-BE49-F238E27FC236}">
                <a16:creationId xmlns:a16="http://schemas.microsoft.com/office/drawing/2014/main" id="{560E5702-0269-06C0-237A-4E0A2C7AD78C}"/>
              </a:ext>
            </a:extLst>
          </p:cNvPr>
          <p:cNvCxnSpPr>
            <a:cxnSpLocks/>
            <a:stCxn id="17" idx="3"/>
            <a:endCxn id="18" idx="1"/>
          </p:cNvCxnSpPr>
          <p:nvPr userDrawn="1"/>
        </p:nvCxnSpPr>
        <p:spPr>
          <a:xfrm>
            <a:off x="2607649" y="3428534"/>
            <a:ext cx="229098"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a:extLst>
              <a:ext uri="{FF2B5EF4-FFF2-40B4-BE49-F238E27FC236}">
                <a16:creationId xmlns:a16="http://schemas.microsoft.com/office/drawing/2014/main" id="{06A2993F-5403-046B-39A8-B2D258A056B3}"/>
              </a:ext>
            </a:extLst>
          </p:cNvPr>
          <p:cNvCxnSpPr>
            <a:cxnSpLocks/>
            <a:stCxn id="13" idx="3"/>
            <a:endCxn id="6" idx="1"/>
          </p:cNvCxnSpPr>
          <p:nvPr userDrawn="1"/>
        </p:nvCxnSpPr>
        <p:spPr>
          <a:xfrm>
            <a:off x="7102120" y="3428534"/>
            <a:ext cx="233373"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7335493" y="4758175"/>
            <a:ext cx="20160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7335493" y="4188363"/>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7335493" y="2991134"/>
            <a:ext cx="20160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7335493" y="2991134"/>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5" name="Text Placeholder 5">
            <a:extLst>
              <a:ext uri="{FF2B5EF4-FFF2-40B4-BE49-F238E27FC236}">
                <a16:creationId xmlns:a16="http://schemas.microsoft.com/office/drawing/2014/main" id="{6706F182-7111-5D39-B84E-1E493CD9AED9}"/>
              </a:ext>
            </a:extLst>
          </p:cNvPr>
          <p:cNvSpPr>
            <a:spLocks noGrp="1"/>
          </p:cNvSpPr>
          <p:nvPr>
            <p:ph type="body" idx="48" hasCustomPrompt="1"/>
            <p:custDataLst>
              <p:tags r:id="rId15"/>
            </p:custDataLst>
          </p:nvPr>
        </p:nvSpPr>
        <p:spPr>
          <a:xfrm>
            <a:off x="9584351" y="4758641"/>
            <a:ext cx="20160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36" name="Subtitle Placeholder 5">
            <a:extLst>
              <a:ext uri="{FF2B5EF4-FFF2-40B4-BE49-F238E27FC236}">
                <a16:creationId xmlns:a16="http://schemas.microsoft.com/office/drawing/2014/main" id="{FBD1C0D4-1E94-70CA-C4BB-10B19C976ABD}"/>
              </a:ext>
            </a:extLst>
          </p:cNvPr>
          <p:cNvSpPr>
            <a:spLocks noGrp="1"/>
          </p:cNvSpPr>
          <p:nvPr>
            <p:ph type="body" idx="49" hasCustomPrompt="1"/>
            <p:custDataLst>
              <p:tags r:id="rId16"/>
            </p:custDataLst>
          </p:nvPr>
        </p:nvSpPr>
        <p:spPr>
          <a:xfrm>
            <a:off x="9584867" y="4188829"/>
            <a:ext cx="2016000" cy="553998"/>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1" name="Rectangle 40">
            <a:extLst>
              <a:ext uri="{FF2B5EF4-FFF2-40B4-BE49-F238E27FC236}">
                <a16:creationId xmlns:a16="http://schemas.microsoft.com/office/drawing/2014/main" id="{78E01E96-A88A-E7AF-F600-D3D8EF0A93CC}"/>
              </a:ext>
            </a:extLst>
          </p:cNvPr>
          <p:cNvSpPr/>
          <p:nvPr userDrawn="1"/>
        </p:nvSpPr>
        <p:spPr>
          <a:xfrm>
            <a:off x="9584351" y="2991600"/>
            <a:ext cx="20160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Milestone Placeholder 5">
            <a:extLst>
              <a:ext uri="{FF2B5EF4-FFF2-40B4-BE49-F238E27FC236}">
                <a16:creationId xmlns:a16="http://schemas.microsoft.com/office/drawing/2014/main" id="{D54DBBBB-0169-4D6A-6884-44B67D36D4DE}"/>
              </a:ext>
            </a:extLst>
          </p:cNvPr>
          <p:cNvSpPr>
            <a:spLocks noGrp="1"/>
          </p:cNvSpPr>
          <p:nvPr>
            <p:ph type="body" idx="50" hasCustomPrompt="1"/>
            <p:custDataLst>
              <p:tags r:id="rId17"/>
            </p:custDataLst>
          </p:nvPr>
        </p:nvSpPr>
        <p:spPr>
          <a:xfrm>
            <a:off x="9584351" y="2991600"/>
            <a:ext cx="20160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49" name="Straight Connector">
            <a:extLst>
              <a:ext uri="{FF2B5EF4-FFF2-40B4-BE49-F238E27FC236}">
                <a16:creationId xmlns:a16="http://schemas.microsoft.com/office/drawing/2014/main" id="{1A496CBA-AD17-3308-4C09-A0213010F632}"/>
              </a:ext>
            </a:extLst>
          </p:cNvPr>
          <p:cNvCxnSpPr>
            <a:cxnSpLocks/>
            <a:stCxn id="20" idx="3"/>
            <a:endCxn id="42" idx="1"/>
          </p:cNvCxnSpPr>
          <p:nvPr userDrawn="1"/>
        </p:nvCxnSpPr>
        <p:spPr>
          <a:xfrm>
            <a:off x="9351493" y="3428534"/>
            <a:ext cx="232858" cy="466"/>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94866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melineV8">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2459007"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2">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2459007"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3">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4330640" y="4758975"/>
            <a:ext cx="1659600" cy="152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3">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4330640"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3" name="Rectangle 12">
            <a:extLst>
              <a:ext uri="{FF2B5EF4-FFF2-40B4-BE49-F238E27FC236}">
                <a16:creationId xmlns:a16="http://schemas.microsoft.com/office/drawing/2014/main" id="{7E1D69B8-79D3-2E43-5C28-55AECF127F44}"/>
              </a:ext>
            </a:extLst>
          </p:cNvPr>
          <p:cNvSpPr/>
          <p:nvPr userDrawn="1"/>
        </p:nvSpPr>
        <p:spPr>
          <a:xfrm>
            <a:off x="4330640" y="2701554"/>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Rectangle 13">
            <a:extLst>
              <a:ext uri="{FF2B5EF4-FFF2-40B4-BE49-F238E27FC236}">
                <a16:creationId xmlns:a16="http://schemas.microsoft.com/office/drawing/2014/main" id="{738FA780-97FA-899C-BE32-7E963B1DBC9E}"/>
              </a:ext>
            </a:extLst>
          </p:cNvPr>
          <p:cNvSpPr/>
          <p:nvPr userDrawn="1"/>
        </p:nvSpPr>
        <p:spPr>
          <a:xfrm>
            <a:off x="2459007" y="2701554"/>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Flowchart: Process 15">
            <a:extLst>
              <a:ext uri="{FF2B5EF4-FFF2-40B4-BE49-F238E27FC236}">
                <a16:creationId xmlns:a16="http://schemas.microsoft.com/office/drawing/2014/main" id="{746AA354-EF6D-E2EA-774E-5F454056A6AC}"/>
              </a:ext>
            </a:extLst>
          </p:cNvPr>
          <p:cNvSpPr/>
          <p:nvPr userDrawn="1"/>
        </p:nvSpPr>
        <p:spPr>
          <a:xfrm>
            <a:off x="591649" y="2701554"/>
            <a:ext cx="1659600" cy="87480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Milestone Placeholder 1">
            <a:extLst>
              <a:ext uri="{FF2B5EF4-FFF2-40B4-BE49-F238E27FC236}">
                <a16:creationId xmlns:a16="http://schemas.microsoft.com/office/drawing/2014/main" id="{E768A274-897C-CAAE-81A0-E6D6A1B64B54}"/>
              </a:ext>
            </a:extLst>
          </p:cNvPr>
          <p:cNvSpPr>
            <a:spLocks noGrp="1"/>
          </p:cNvSpPr>
          <p:nvPr>
            <p:ph type="body" idx="42" hasCustomPrompt="1"/>
            <p:custDataLst>
              <p:tags r:id="rId9"/>
            </p:custDataLst>
          </p:nvPr>
        </p:nvSpPr>
        <p:spPr>
          <a:xfrm>
            <a:off x="591649" y="2701160"/>
            <a:ext cx="1659600" cy="875588"/>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Milestone Placeholder 2">
            <a:extLst>
              <a:ext uri="{FF2B5EF4-FFF2-40B4-BE49-F238E27FC236}">
                <a16:creationId xmlns:a16="http://schemas.microsoft.com/office/drawing/2014/main" id="{80F4A820-2023-3319-27C6-130AE4BDE158}"/>
              </a:ext>
            </a:extLst>
          </p:cNvPr>
          <p:cNvSpPr>
            <a:spLocks noGrp="1"/>
          </p:cNvSpPr>
          <p:nvPr>
            <p:ph type="body" idx="43" hasCustomPrompt="1"/>
            <p:custDataLst>
              <p:tags r:id="rId10"/>
            </p:custDataLst>
          </p:nvPr>
        </p:nvSpPr>
        <p:spPr>
          <a:xfrm>
            <a:off x="2459007" y="2701554"/>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Milestone Placeholder 3">
            <a:extLst>
              <a:ext uri="{FF2B5EF4-FFF2-40B4-BE49-F238E27FC236}">
                <a16:creationId xmlns:a16="http://schemas.microsoft.com/office/drawing/2014/main" id="{F321522F-C9B9-FEF0-4E7B-E714A0818BC1}"/>
              </a:ext>
            </a:extLst>
          </p:cNvPr>
          <p:cNvSpPr>
            <a:spLocks noGrp="1"/>
          </p:cNvSpPr>
          <p:nvPr>
            <p:ph type="body" idx="44" hasCustomPrompt="1"/>
            <p:custDataLst>
              <p:tags r:id="rId11"/>
            </p:custDataLst>
          </p:nvPr>
        </p:nvSpPr>
        <p:spPr>
          <a:xfrm>
            <a:off x="4330640" y="2701554"/>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 name="Text Placeholder 4">
            <a:extLst>
              <a:ext uri="{FF2B5EF4-FFF2-40B4-BE49-F238E27FC236}">
                <a16:creationId xmlns:a16="http://schemas.microsoft.com/office/drawing/2014/main" id="{FCCEEDC5-9D03-EE72-8E04-2CAAFF782389}"/>
              </a:ext>
            </a:extLst>
          </p:cNvPr>
          <p:cNvSpPr>
            <a:spLocks noGrp="1"/>
          </p:cNvSpPr>
          <p:nvPr>
            <p:ph type="body" idx="45" hasCustomPrompt="1"/>
            <p:custDataLst>
              <p:tags r:id="rId12"/>
            </p:custDataLst>
          </p:nvPr>
        </p:nvSpPr>
        <p:spPr>
          <a:xfrm>
            <a:off x="6202273" y="4758175"/>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4">
            <a:extLst>
              <a:ext uri="{FF2B5EF4-FFF2-40B4-BE49-F238E27FC236}">
                <a16:creationId xmlns:a16="http://schemas.microsoft.com/office/drawing/2014/main" id="{3872F6A2-0355-178E-18F0-F03A1B267813}"/>
              </a:ext>
            </a:extLst>
          </p:cNvPr>
          <p:cNvSpPr>
            <a:spLocks noGrp="1"/>
          </p:cNvSpPr>
          <p:nvPr>
            <p:ph type="body" idx="46" hasCustomPrompt="1"/>
            <p:custDataLst>
              <p:tags r:id="rId13"/>
            </p:custDataLst>
          </p:nvPr>
        </p:nvSpPr>
        <p:spPr>
          <a:xfrm>
            <a:off x="6202273"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Rectangle 5">
            <a:extLst>
              <a:ext uri="{FF2B5EF4-FFF2-40B4-BE49-F238E27FC236}">
                <a16:creationId xmlns:a16="http://schemas.microsoft.com/office/drawing/2014/main" id="{0E4AA4DC-6D97-557A-2593-68C4BD07D0CC}"/>
              </a:ext>
            </a:extLst>
          </p:cNvPr>
          <p:cNvSpPr/>
          <p:nvPr userDrawn="1"/>
        </p:nvSpPr>
        <p:spPr>
          <a:xfrm>
            <a:off x="6202273" y="2701554"/>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Milestone Placeholder 4">
            <a:extLst>
              <a:ext uri="{FF2B5EF4-FFF2-40B4-BE49-F238E27FC236}">
                <a16:creationId xmlns:a16="http://schemas.microsoft.com/office/drawing/2014/main" id="{37D0E7BD-DF2F-7FA4-EF59-1EF006BBA73C}"/>
              </a:ext>
            </a:extLst>
          </p:cNvPr>
          <p:cNvSpPr>
            <a:spLocks noGrp="1"/>
          </p:cNvSpPr>
          <p:nvPr>
            <p:ph type="body" idx="47" hasCustomPrompt="1"/>
            <p:custDataLst>
              <p:tags r:id="rId14"/>
            </p:custDataLst>
          </p:nvPr>
        </p:nvSpPr>
        <p:spPr>
          <a:xfrm>
            <a:off x="6202273" y="2701554"/>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a:extLst>
              <a:ext uri="{FF2B5EF4-FFF2-40B4-BE49-F238E27FC236}">
                <a16:creationId xmlns:a16="http://schemas.microsoft.com/office/drawing/2014/main" id="{CE0DE2F3-8E7C-138E-EEF2-9154FCD69E81}"/>
              </a:ext>
            </a:extLst>
          </p:cNvPr>
          <p:cNvCxnSpPr>
            <a:cxnSpLocks/>
            <a:stCxn id="17" idx="3"/>
            <a:endCxn id="14" idx="1"/>
          </p:cNvCxnSpPr>
          <p:nvPr userDrawn="1"/>
        </p:nvCxnSpPr>
        <p:spPr>
          <a:xfrm>
            <a:off x="2251249" y="3138954"/>
            <a:ext cx="207758"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35" name="Text Placeholder 5">
            <a:extLst>
              <a:ext uri="{FF2B5EF4-FFF2-40B4-BE49-F238E27FC236}">
                <a16:creationId xmlns:a16="http://schemas.microsoft.com/office/drawing/2014/main" id="{6706F182-7111-5D39-B84E-1E493CD9AED9}"/>
              </a:ext>
            </a:extLst>
          </p:cNvPr>
          <p:cNvSpPr>
            <a:spLocks noGrp="1"/>
          </p:cNvSpPr>
          <p:nvPr>
            <p:ph type="body" idx="48" hasCustomPrompt="1"/>
            <p:custDataLst>
              <p:tags r:id="rId15"/>
            </p:custDataLst>
          </p:nvPr>
        </p:nvSpPr>
        <p:spPr>
          <a:xfrm>
            <a:off x="8073906" y="4758641"/>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36" name="Subtitle Placeholder 5">
            <a:extLst>
              <a:ext uri="{FF2B5EF4-FFF2-40B4-BE49-F238E27FC236}">
                <a16:creationId xmlns:a16="http://schemas.microsoft.com/office/drawing/2014/main" id="{FBD1C0D4-1E94-70CA-C4BB-10B19C976ABD}"/>
              </a:ext>
            </a:extLst>
          </p:cNvPr>
          <p:cNvSpPr>
            <a:spLocks noGrp="1"/>
          </p:cNvSpPr>
          <p:nvPr>
            <p:ph type="body" idx="49" hasCustomPrompt="1"/>
            <p:custDataLst>
              <p:tags r:id="rId16"/>
            </p:custDataLst>
          </p:nvPr>
        </p:nvSpPr>
        <p:spPr>
          <a:xfrm>
            <a:off x="8073906"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1" name="Rectangle 40">
            <a:extLst>
              <a:ext uri="{FF2B5EF4-FFF2-40B4-BE49-F238E27FC236}">
                <a16:creationId xmlns:a16="http://schemas.microsoft.com/office/drawing/2014/main" id="{78E01E96-A88A-E7AF-F600-D3D8EF0A93CC}"/>
              </a:ext>
            </a:extLst>
          </p:cNvPr>
          <p:cNvSpPr/>
          <p:nvPr userDrawn="1"/>
        </p:nvSpPr>
        <p:spPr>
          <a:xfrm>
            <a:off x="8073906" y="2702020"/>
            <a:ext cx="1659600" cy="87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Milestone Placeholder 5">
            <a:extLst>
              <a:ext uri="{FF2B5EF4-FFF2-40B4-BE49-F238E27FC236}">
                <a16:creationId xmlns:a16="http://schemas.microsoft.com/office/drawing/2014/main" id="{D54DBBBB-0169-4D6A-6884-44B67D36D4DE}"/>
              </a:ext>
            </a:extLst>
          </p:cNvPr>
          <p:cNvSpPr>
            <a:spLocks noGrp="1"/>
          </p:cNvSpPr>
          <p:nvPr>
            <p:ph type="body" idx="50" hasCustomPrompt="1"/>
            <p:custDataLst>
              <p:tags r:id="rId17"/>
            </p:custDataLst>
          </p:nvPr>
        </p:nvSpPr>
        <p:spPr>
          <a:xfrm>
            <a:off x="8073906" y="2702020"/>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1" name="Text Placeholder 6">
            <a:extLst>
              <a:ext uri="{FF2B5EF4-FFF2-40B4-BE49-F238E27FC236}">
                <a16:creationId xmlns:a16="http://schemas.microsoft.com/office/drawing/2014/main" id="{1CDA26F3-D759-5C66-0F1A-629D702FA986}"/>
              </a:ext>
            </a:extLst>
          </p:cNvPr>
          <p:cNvSpPr>
            <a:spLocks noGrp="1"/>
          </p:cNvSpPr>
          <p:nvPr>
            <p:ph type="body" idx="51" hasCustomPrompt="1"/>
            <p:custDataLst>
              <p:tags r:id="rId18"/>
            </p:custDataLst>
          </p:nvPr>
        </p:nvSpPr>
        <p:spPr>
          <a:xfrm>
            <a:off x="9945025" y="4758175"/>
            <a:ext cx="1659600" cy="15272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24" name="Subtitle Placeholder 6">
            <a:extLst>
              <a:ext uri="{FF2B5EF4-FFF2-40B4-BE49-F238E27FC236}">
                <a16:creationId xmlns:a16="http://schemas.microsoft.com/office/drawing/2014/main" id="{2C4A8370-EDE3-1696-05E0-A6AD3B67314B}"/>
              </a:ext>
            </a:extLst>
          </p:cNvPr>
          <p:cNvSpPr>
            <a:spLocks noGrp="1"/>
          </p:cNvSpPr>
          <p:nvPr>
            <p:ph type="body" idx="52" hasCustomPrompt="1"/>
            <p:custDataLst>
              <p:tags r:id="rId19"/>
            </p:custDataLst>
          </p:nvPr>
        </p:nvSpPr>
        <p:spPr>
          <a:xfrm>
            <a:off x="9945541" y="3898924"/>
            <a:ext cx="1659600" cy="831600"/>
          </a:xfrm>
        </p:spPr>
        <p:txBody>
          <a:bodyPr wrap="square" lIns="0" tIns="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6" name="Rectangle 25">
            <a:extLst>
              <a:ext uri="{FF2B5EF4-FFF2-40B4-BE49-F238E27FC236}">
                <a16:creationId xmlns:a16="http://schemas.microsoft.com/office/drawing/2014/main" id="{A8DFA6F0-7179-DEB5-ACC9-B01D29C1385E}"/>
              </a:ext>
            </a:extLst>
          </p:cNvPr>
          <p:cNvSpPr/>
          <p:nvPr userDrawn="1"/>
        </p:nvSpPr>
        <p:spPr>
          <a:xfrm>
            <a:off x="9945025" y="2701554"/>
            <a:ext cx="1659600" cy="874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Milestone Placeholder 6">
            <a:extLst>
              <a:ext uri="{FF2B5EF4-FFF2-40B4-BE49-F238E27FC236}">
                <a16:creationId xmlns:a16="http://schemas.microsoft.com/office/drawing/2014/main" id="{ED3EDE58-1D17-39F3-32AC-C96B67B7EC1E}"/>
              </a:ext>
            </a:extLst>
          </p:cNvPr>
          <p:cNvSpPr>
            <a:spLocks noGrp="1"/>
          </p:cNvSpPr>
          <p:nvPr>
            <p:ph type="body" idx="53" hasCustomPrompt="1"/>
            <p:custDataLst>
              <p:tags r:id="rId20"/>
            </p:custDataLst>
          </p:nvPr>
        </p:nvSpPr>
        <p:spPr>
          <a:xfrm>
            <a:off x="9945025" y="2701554"/>
            <a:ext cx="1659600" cy="874800"/>
          </a:xfrm>
        </p:spPr>
        <p:txBody>
          <a:bodyPr wrap="square" lIns="108000" tIns="108000" rIns="108000" bIns="108000" anchor="ctr" anchorCtr="0">
            <a:noAutofit/>
          </a:bodyPr>
          <a:lstStyle>
            <a:lvl1pPr marL="0" indent="0" algn="ctr">
              <a:spcBef>
                <a:spcPts val="600"/>
              </a:spcBef>
              <a:buNone/>
              <a:defRPr sz="2000" spc="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30" name="Straight Connector">
            <a:extLst>
              <a:ext uri="{FF2B5EF4-FFF2-40B4-BE49-F238E27FC236}">
                <a16:creationId xmlns:a16="http://schemas.microsoft.com/office/drawing/2014/main" id="{98A7D28C-002E-BF8B-8F19-931F0F7CCBDE}"/>
              </a:ext>
            </a:extLst>
          </p:cNvPr>
          <p:cNvCxnSpPr>
            <a:cxnSpLocks/>
            <a:stCxn id="18" idx="3"/>
            <a:endCxn id="19" idx="1"/>
          </p:cNvCxnSpPr>
          <p:nvPr userDrawn="1"/>
        </p:nvCxnSpPr>
        <p:spPr>
          <a:xfrm>
            <a:off x="4118607" y="3138954"/>
            <a:ext cx="212033"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Straight Connector">
            <a:extLst>
              <a:ext uri="{FF2B5EF4-FFF2-40B4-BE49-F238E27FC236}">
                <a16:creationId xmlns:a16="http://schemas.microsoft.com/office/drawing/2014/main" id="{A9D47936-DA0D-F6D4-9A46-2F7F43C0A060}"/>
              </a:ext>
            </a:extLst>
          </p:cNvPr>
          <p:cNvCxnSpPr>
            <a:cxnSpLocks/>
            <a:stCxn id="19" idx="3"/>
            <a:endCxn id="20" idx="1"/>
          </p:cNvCxnSpPr>
          <p:nvPr userDrawn="1"/>
        </p:nvCxnSpPr>
        <p:spPr>
          <a:xfrm>
            <a:off x="5990240" y="3138954"/>
            <a:ext cx="212033" cy="0"/>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traight Connector">
            <a:extLst>
              <a:ext uri="{FF2B5EF4-FFF2-40B4-BE49-F238E27FC236}">
                <a16:creationId xmlns:a16="http://schemas.microsoft.com/office/drawing/2014/main" id="{ABAA693A-4066-A634-F256-4C92FC37AECE}"/>
              </a:ext>
            </a:extLst>
          </p:cNvPr>
          <p:cNvCxnSpPr>
            <a:cxnSpLocks/>
            <a:stCxn id="20" idx="3"/>
            <a:endCxn id="41" idx="1"/>
          </p:cNvCxnSpPr>
          <p:nvPr userDrawn="1"/>
        </p:nvCxnSpPr>
        <p:spPr>
          <a:xfrm>
            <a:off x="7861873" y="3138954"/>
            <a:ext cx="212033" cy="466"/>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Straight Connector">
            <a:extLst>
              <a:ext uri="{FF2B5EF4-FFF2-40B4-BE49-F238E27FC236}">
                <a16:creationId xmlns:a16="http://schemas.microsoft.com/office/drawing/2014/main" id="{47B1845B-4238-D383-268B-5D7E67AE176C}"/>
              </a:ext>
            </a:extLst>
          </p:cNvPr>
          <p:cNvCxnSpPr>
            <a:cxnSpLocks/>
            <a:stCxn id="42" idx="3"/>
            <a:endCxn id="27" idx="1"/>
          </p:cNvCxnSpPr>
          <p:nvPr userDrawn="1"/>
        </p:nvCxnSpPr>
        <p:spPr>
          <a:xfrm flipV="1">
            <a:off x="9733506" y="3138954"/>
            <a:ext cx="211519" cy="466"/>
          </a:xfrm>
          <a:prstGeom prst="line">
            <a:avLst/>
          </a:prstGeom>
          <a:ln w="12700">
            <a:headEnd type="none"/>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10489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s">
    <p:bg>
      <p:bgPr>
        <a:solidFill>
          <a:schemeClr val="bg1"/>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150646C-FF68-FC4C-F193-31389EFFC735}"/>
              </a:ext>
            </a:extLst>
          </p:cNvPr>
          <p:cNvSpPr/>
          <p:nvPr userDrawn="1"/>
        </p:nvSpPr>
        <p:spPr>
          <a:xfrm rot="5400000">
            <a:off x="4381501" y="-1526541"/>
            <a:ext cx="3429000" cy="1219199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Footer Placeholder">
            <a:extLst>
              <a:ext uri="{FF2B5EF4-FFF2-40B4-BE49-F238E27FC236}">
                <a16:creationId xmlns:a16="http://schemas.microsoft.com/office/drawing/2014/main" id="{B3BFA353-C251-B299-9179-D9C557E1DE2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9" name="Title Placeholder">
            <a:extLst>
              <a:ext uri="{FF2B5EF4-FFF2-40B4-BE49-F238E27FC236}">
                <a16:creationId xmlns:a16="http://schemas.microsoft.com/office/drawing/2014/main" id="{297D684A-CF02-9D16-AFF0-3602C20BAC43}"/>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10" name="Ellipse">
            <a:extLst>
              <a:ext uri="{FF2B5EF4-FFF2-40B4-BE49-F238E27FC236}">
                <a16:creationId xmlns:a16="http://schemas.microsoft.com/office/drawing/2014/main" id="{710DE1EE-B85B-15C1-355F-541A5798D51D}"/>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B121E9C4-DD8A-6297-96C9-9FAFF9F536A7}"/>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2" name="Ellipse">
            <a:extLst>
              <a:ext uri="{FF2B5EF4-FFF2-40B4-BE49-F238E27FC236}">
                <a16:creationId xmlns:a16="http://schemas.microsoft.com/office/drawing/2014/main" id="{10B9D3EA-9A03-0323-89FA-06249D93C5FE}"/>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A7664C16-3AAC-5EF3-8D4A-F949CF11A8D5}"/>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Group 41">
            <a:extLst>
              <a:ext uri="{FF2B5EF4-FFF2-40B4-BE49-F238E27FC236}">
                <a16:creationId xmlns:a16="http://schemas.microsoft.com/office/drawing/2014/main" id="{1B7BDD32-C83E-B7B5-7929-C2CA2C88DCE1}"/>
              </a:ext>
            </a:extLst>
          </p:cNvPr>
          <p:cNvGrpSpPr/>
          <p:nvPr userDrawn="1"/>
        </p:nvGrpSpPr>
        <p:grpSpPr>
          <a:xfrm>
            <a:off x="587376" y="3456221"/>
            <a:ext cx="900000" cy="900000"/>
            <a:chOff x="6001864" y="1304925"/>
            <a:chExt cx="900000" cy="900000"/>
          </a:xfrm>
        </p:grpSpPr>
        <p:sp>
          <p:nvSpPr>
            <p:cNvPr id="15" name="Rectangle 4">
              <a:extLst>
                <a:ext uri="{FF2B5EF4-FFF2-40B4-BE49-F238E27FC236}">
                  <a16:creationId xmlns:a16="http://schemas.microsoft.com/office/drawing/2014/main" id="{4F25F975-E821-3299-ED9E-803D769B9856}"/>
                </a:ext>
              </a:extLst>
            </p:cNvPr>
            <p:cNvSpPr/>
            <p:nvPr userDrawn="1"/>
          </p:nvSpPr>
          <p:spPr>
            <a:xfrm>
              <a:off x="6001864" y="1304925"/>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Рисунок 80" descr="Земля контур">
              <a:extLst>
                <a:ext uri="{FF2B5EF4-FFF2-40B4-BE49-F238E27FC236}">
                  <a16:creationId xmlns:a16="http://schemas.microsoft.com/office/drawing/2014/main" id="{6BC91124-B0F8-D030-3CFE-614A4FC46DFC}"/>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163864" y="1466925"/>
              <a:ext cx="576000" cy="576000"/>
            </a:xfrm>
            <a:prstGeom prst="rect">
              <a:avLst/>
            </a:prstGeom>
          </p:spPr>
        </p:pic>
      </p:grpSp>
      <p:grpSp>
        <p:nvGrpSpPr>
          <p:cNvPr id="17" name="Group 42">
            <a:extLst>
              <a:ext uri="{FF2B5EF4-FFF2-40B4-BE49-F238E27FC236}">
                <a16:creationId xmlns:a16="http://schemas.microsoft.com/office/drawing/2014/main" id="{725A3625-AFF4-6462-E156-D0AFAB958250}"/>
              </a:ext>
            </a:extLst>
          </p:cNvPr>
          <p:cNvGrpSpPr/>
          <p:nvPr userDrawn="1"/>
        </p:nvGrpSpPr>
        <p:grpSpPr>
          <a:xfrm>
            <a:off x="587376" y="4800182"/>
            <a:ext cx="900000" cy="900000"/>
            <a:chOff x="6001864" y="3042845"/>
            <a:chExt cx="900000" cy="900000"/>
          </a:xfrm>
        </p:grpSpPr>
        <p:sp>
          <p:nvSpPr>
            <p:cNvPr id="18" name="Rectangle 20">
              <a:extLst>
                <a:ext uri="{FF2B5EF4-FFF2-40B4-BE49-F238E27FC236}">
                  <a16:creationId xmlns:a16="http://schemas.microsoft.com/office/drawing/2014/main" id="{BB72D0B6-515C-EAA1-4B72-F89D52AACCB4}"/>
                </a:ext>
              </a:extLst>
            </p:cNvPr>
            <p:cNvSpPr/>
            <p:nvPr userDrawn="1"/>
          </p:nvSpPr>
          <p:spPr>
            <a:xfrm>
              <a:off x="6001864" y="3042845"/>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9" name="Рисунок 85" descr="Конверт контур">
              <a:extLst>
                <a:ext uri="{FF2B5EF4-FFF2-40B4-BE49-F238E27FC236}">
                  <a16:creationId xmlns:a16="http://schemas.microsoft.com/office/drawing/2014/main" id="{44C1ACA9-A911-15C8-9016-4FA3AFE5909D}"/>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6163864" y="3204845"/>
              <a:ext cx="576000" cy="576000"/>
            </a:xfrm>
            <a:prstGeom prst="rect">
              <a:avLst/>
            </a:prstGeom>
          </p:spPr>
        </p:pic>
      </p:grpSp>
      <p:grpSp>
        <p:nvGrpSpPr>
          <p:cNvPr id="20" name="Group 43">
            <a:extLst>
              <a:ext uri="{FF2B5EF4-FFF2-40B4-BE49-F238E27FC236}">
                <a16:creationId xmlns:a16="http://schemas.microsoft.com/office/drawing/2014/main" id="{3B5B1316-AF73-27CE-270E-D6994B84FD32}"/>
              </a:ext>
            </a:extLst>
          </p:cNvPr>
          <p:cNvGrpSpPr/>
          <p:nvPr userDrawn="1"/>
        </p:nvGrpSpPr>
        <p:grpSpPr>
          <a:xfrm>
            <a:off x="6203951" y="3446200"/>
            <a:ext cx="900000" cy="900000"/>
            <a:chOff x="6001864" y="4194848"/>
            <a:chExt cx="900000" cy="900000"/>
          </a:xfrm>
        </p:grpSpPr>
        <p:sp>
          <p:nvSpPr>
            <p:cNvPr id="22" name="Rectangle 24">
              <a:extLst>
                <a:ext uri="{FF2B5EF4-FFF2-40B4-BE49-F238E27FC236}">
                  <a16:creationId xmlns:a16="http://schemas.microsoft.com/office/drawing/2014/main" id="{B396FC2E-1B52-1624-0AA0-2BBC1E9B9F3A}"/>
                </a:ext>
              </a:extLst>
            </p:cNvPr>
            <p:cNvSpPr/>
            <p:nvPr userDrawn="1"/>
          </p:nvSpPr>
          <p:spPr>
            <a:xfrm>
              <a:off x="6001864" y="4194848"/>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4" name="Рисунок 90" descr="Телефонная трубка контур">
              <a:extLst>
                <a:ext uri="{FF2B5EF4-FFF2-40B4-BE49-F238E27FC236}">
                  <a16:creationId xmlns:a16="http://schemas.microsoft.com/office/drawing/2014/main" id="{69446478-B9C3-3A15-5FFF-34D8D9D00851}"/>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163864" y="4356848"/>
              <a:ext cx="576000" cy="576000"/>
            </a:xfrm>
            <a:prstGeom prst="rect">
              <a:avLst/>
            </a:prstGeom>
          </p:spPr>
        </p:pic>
      </p:grpSp>
      <p:grpSp>
        <p:nvGrpSpPr>
          <p:cNvPr id="27" name="Group 44">
            <a:extLst>
              <a:ext uri="{FF2B5EF4-FFF2-40B4-BE49-F238E27FC236}">
                <a16:creationId xmlns:a16="http://schemas.microsoft.com/office/drawing/2014/main" id="{5925AAB9-EC1D-2F84-5A8C-128015218755}"/>
              </a:ext>
            </a:extLst>
          </p:cNvPr>
          <p:cNvGrpSpPr/>
          <p:nvPr userDrawn="1"/>
        </p:nvGrpSpPr>
        <p:grpSpPr>
          <a:xfrm>
            <a:off x="6203951" y="4790160"/>
            <a:ext cx="900000" cy="900000"/>
            <a:chOff x="6001864" y="5376812"/>
            <a:chExt cx="900000" cy="900000"/>
          </a:xfrm>
        </p:grpSpPr>
        <p:sp>
          <p:nvSpPr>
            <p:cNvPr id="46" name="Rectangle 27">
              <a:extLst>
                <a:ext uri="{FF2B5EF4-FFF2-40B4-BE49-F238E27FC236}">
                  <a16:creationId xmlns:a16="http://schemas.microsoft.com/office/drawing/2014/main" id="{3B6ECD80-43AA-1F7C-621E-B2C6FAC4D7B8}"/>
                </a:ext>
              </a:extLst>
            </p:cNvPr>
            <p:cNvSpPr/>
            <p:nvPr userDrawn="1"/>
          </p:nvSpPr>
          <p:spPr>
            <a:xfrm>
              <a:off x="6001864" y="5376812"/>
              <a:ext cx="900000" cy="90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7" name="Рисунок 95" descr="Карта с кнопкой контур">
              <a:extLst>
                <a:ext uri="{FF2B5EF4-FFF2-40B4-BE49-F238E27FC236}">
                  <a16:creationId xmlns:a16="http://schemas.microsoft.com/office/drawing/2014/main" id="{5536B39C-6CE3-9FDC-D818-F283B214D745}"/>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6163864" y="5538812"/>
              <a:ext cx="576000" cy="576000"/>
            </a:xfrm>
            <a:prstGeom prst="rect">
              <a:avLst/>
            </a:prstGeom>
          </p:spPr>
        </p:pic>
      </p:grpSp>
      <p:sp>
        <p:nvSpPr>
          <p:cNvPr id="48" name="Website Name">
            <a:extLst>
              <a:ext uri="{FF2B5EF4-FFF2-40B4-BE49-F238E27FC236}">
                <a16:creationId xmlns:a16="http://schemas.microsoft.com/office/drawing/2014/main" id="{6E14C6D0-C7EA-3510-DBEF-A8F103375E60}"/>
              </a:ext>
            </a:extLst>
          </p:cNvPr>
          <p:cNvSpPr>
            <a:spLocks noGrp="1"/>
          </p:cNvSpPr>
          <p:nvPr>
            <p:ph type="body" idx="27" hasCustomPrompt="1"/>
            <p:custDataLst>
              <p:tags r:id="rId3"/>
            </p:custDataLst>
          </p:nvPr>
        </p:nvSpPr>
        <p:spPr>
          <a:xfrm>
            <a:off x="1523276" y="3586969"/>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9" name="Website Value">
            <a:extLst>
              <a:ext uri="{FF2B5EF4-FFF2-40B4-BE49-F238E27FC236}">
                <a16:creationId xmlns:a16="http://schemas.microsoft.com/office/drawing/2014/main" id="{8E7DEE08-4F33-2830-53FB-B88619C84A7B}"/>
              </a:ext>
            </a:extLst>
          </p:cNvPr>
          <p:cNvSpPr>
            <a:spLocks noGrp="1"/>
          </p:cNvSpPr>
          <p:nvPr>
            <p:ph type="body" idx="28" hasCustomPrompt="1"/>
            <p:custDataLst>
              <p:tags r:id="rId4"/>
            </p:custDataLst>
          </p:nvPr>
        </p:nvSpPr>
        <p:spPr>
          <a:xfrm>
            <a:off x="1523276" y="3919722"/>
            <a:ext cx="4460500"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0" name="Email Name">
            <a:extLst>
              <a:ext uri="{FF2B5EF4-FFF2-40B4-BE49-F238E27FC236}">
                <a16:creationId xmlns:a16="http://schemas.microsoft.com/office/drawing/2014/main" id="{377769FD-149F-49DA-C5D6-F0DEDA1DD4CC}"/>
              </a:ext>
            </a:extLst>
          </p:cNvPr>
          <p:cNvSpPr>
            <a:spLocks noGrp="1"/>
          </p:cNvSpPr>
          <p:nvPr>
            <p:ph type="body" idx="29" hasCustomPrompt="1"/>
            <p:custDataLst>
              <p:tags r:id="rId5"/>
            </p:custDataLst>
          </p:nvPr>
        </p:nvSpPr>
        <p:spPr>
          <a:xfrm>
            <a:off x="1523276" y="4926646"/>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1" name="Email Value">
            <a:extLst>
              <a:ext uri="{FF2B5EF4-FFF2-40B4-BE49-F238E27FC236}">
                <a16:creationId xmlns:a16="http://schemas.microsoft.com/office/drawing/2014/main" id="{DBED3091-2574-09A2-533A-8F15D891C511}"/>
              </a:ext>
            </a:extLst>
          </p:cNvPr>
          <p:cNvSpPr>
            <a:spLocks noGrp="1"/>
          </p:cNvSpPr>
          <p:nvPr>
            <p:ph type="body" idx="30" hasCustomPrompt="1"/>
            <p:custDataLst>
              <p:tags r:id="rId6"/>
            </p:custDataLst>
          </p:nvPr>
        </p:nvSpPr>
        <p:spPr>
          <a:xfrm>
            <a:off x="1523275" y="5259399"/>
            <a:ext cx="4464776"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2" name="Phone Name">
            <a:extLst>
              <a:ext uri="{FF2B5EF4-FFF2-40B4-BE49-F238E27FC236}">
                <a16:creationId xmlns:a16="http://schemas.microsoft.com/office/drawing/2014/main" id="{687BFFEE-0A75-AEB6-30AA-2554FF793223}"/>
              </a:ext>
            </a:extLst>
          </p:cNvPr>
          <p:cNvSpPr>
            <a:spLocks noGrp="1"/>
          </p:cNvSpPr>
          <p:nvPr>
            <p:ph type="body" idx="31" hasCustomPrompt="1"/>
            <p:custDataLst>
              <p:tags r:id="rId7"/>
            </p:custDataLst>
          </p:nvPr>
        </p:nvSpPr>
        <p:spPr>
          <a:xfrm>
            <a:off x="7139850" y="3571621"/>
            <a:ext cx="4464775"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3" name="Phone Value">
            <a:extLst>
              <a:ext uri="{FF2B5EF4-FFF2-40B4-BE49-F238E27FC236}">
                <a16:creationId xmlns:a16="http://schemas.microsoft.com/office/drawing/2014/main" id="{7B6288DD-3718-09D4-6C50-F12DA252BC97}"/>
              </a:ext>
            </a:extLst>
          </p:cNvPr>
          <p:cNvSpPr>
            <a:spLocks noGrp="1"/>
          </p:cNvSpPr>
          <p:nvPr>
            <p:ph type="body" idx="32" hasCustomPrompt="1"/>
            <p:custDataLst>
              <p:tags r:id="rId8"/>
            </p:custDataLst>
          </p:nvPr>
        </p:nvSpPr>
        <p:spPr>
          <a:xfrm>
            <a:off x="7139851" y="3904374"/>
            <a:ext cx="4460500"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4" name="Location Name">
            <a:extLst>
              <a:ext uri="{FF2B5EF4-FFF2-40B4-BE49-F238E27FC236}">
                <a16:creationId xmlns:a16="http://schemas.microsoft.com/office/drawing/2014/main" id="{9F8527B7-92F7-022C-E9D3-F6E49ED82315}"/>
              </a:ext>
            </a:extLst>
          </p:cNvPr>
          <p:cNvSpPr>
            <a:spLocks noGrp="1"/>
          </p:cNvSpPr>
          <p:nvPr>
            <p:ph type="body" idx="33" hasCustomPrompt="1"/>
            <p:custDataLst>
              <p:tags r:id="rId9"/>
            </p:custDataLst>
          </p:nvPr>
        </p:nvSpPr>
        <p:spPr>
          <a:xfrm>
            <a:off x="7139851" y="4916624"/>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5" name="Location Value">
            <a:extLst>
              <a:ext uri="{FF2B5EF4-FFF2-40B4-BE49-F238E27FC236}">
                <a16:creationId xmlns:a16="http://schemas.microsoft.com/office/drawing/2014/main" id="{E9F7D358-AA38-63CA-F3B6-22701AB8C7D4}"/>
              </a:ext>
            </a:extLst>
          </p:cNvPr>
          <p:cNvSpPr>
            <a:spLocks noGrp="1"/>
          </p:cNvSpPr>
          <p:nvPr>
            <p:ph type="body" idx="34" hasCustomPrompt="1"/>
            <p:custDataLst>
              <p:tags r:id="rId10"/>
            </p:custDataLst>
          </p:nvPr>
        </p:nvSpPr>
        <p:spPr>
          <a:xfrm>
            <a:off x="7139850" y="5249377"/>
            <a:ext cx="4464775"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Tree>
    <p:extLst>
      <p:ext uri="{BB962C8B-B14F-4D97-AF65-F5344CB8AC3E}">
        <p14:creationId xmlns:p14="http://schemas.microsoft.com/office/powerpoint/2010/main" val="38376491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sV2">
    <p:bg>
      <p:bgPr>
        <a:solidFill>
          <a:schemeClr val="accent6"/>
        </a:solidFill>
        <a:effectLst/>
      </p:bgPr>
    </p:bg>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190CCF91-09D3-25E3-F3F2-43E207A38EBF}"/>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4" name="Title Placeholder">
            <a:extLst>
              <a:ext uri="{FF2B5EF4-FFF2-40B4-BE49-F238E27FC236}">
                <a16:creationId xmlns:a16="http://schemas.microsoft.com/office/drawing/2014/main" id="{00596A5A-4014-9F34-0F54-64307F0B8025}"/>
              </a:ext>
            </a:extLst>
          </p:cNvPr>
          <p:cNvSpPr>
            <a:spLocks noGrp="1"/>
          </p:cNvSpPr>
          <p:nvPr>
            <p:ph type="title" hasCustomPrompt="1"/>
            <p:custDataLst>
              <p:tags r:id="rId2"/>
            </p:custDataLst>
          </p:nvPr>
        </p:nvSpPr>
        <p:spPr>
          <a:xfrm>
            <a:off x="587375" y="2847566"/>
            <a:ext cx="3744913" cy="1883593"/>
          </a:xfrm>
          <a:prstGeom prst="rect">
            <a:avLst/>
          </a:prstGeom>
        </p:spPr>
        <p:txBody>
          <a:bodyPr vert="horz" wrap="square" lIns="0" tIns="0" rIns="0" bIns="0" rtlCol="0" anchor="ctr"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8" name="Ellipse">
            <a:extLst>
              <a:ext uri="{FF2B5EF4-FFF2-40B4-BE49-F238E27FC236}">
                <a16:creationId xmlns:a16="http://schemas.microsoft.com/office/drawing/2014/main" id="{0E22EC29-4833-89D2-6F18-5B7A998A405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9F1203A7-9BE4-5B33-36F5-15B4347CC22B}"/>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5F7ABE04-AD48-E562-3297-BE49282F5D68}"/>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695AA0AD-0A7A-A26D-FA8B-19E60BF6DB49}"/>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41">
            <a:extLst>
              <a:ext uri="{FF2B5EF4-FFF2-40B4-BE49-F238E27FC236}">
                <a16:creationId xmlns:a16="http://schemas.microsoft.com/office/drawing/2014/main" id="{6E78579A-956F-C73B-BFB8-11FC9D96314A}"/>
              </a:ext>
            </a:extLst>
          </p:cNvPr>
          <p:cNvGrpSpPr/>
          <p:nvPr userDrawn="1"/>
        </p:nvGrpSpPr>
        <p:grpSpPr>
          <a:xfrm>
            <a:off x="6203950" y="1304925"/>
            <a:ext cx="900000" cy="900000"/>
            <a:chOff x="6001864" y="1304925"/>
            <a:chExt cx="900000" cy="900000"/>
          </a:xfrm>
        </p:grpSpPr>
        <p:sp>
          <p:nvSpPr>
            <p:cNvPr id="13" name="Rectangle 4">
              <a:extLst>
                <a:ext uri="{FF2B5EF4-FFF2-40B4-BE49-F238E27FC236}">
                  <a16:creationId xmlns:a16="http://schemas.microsoft.com/office/drawing/2014/main" id="{B4489335-7282-9CBB-546D-889C11A0CDA1}"/>
                </a:ext>
              </a:extLst>
            </p:cNvPr>
            <p:cNvSpPr/>
            <p:nvPr userDrawn="1"/>
          </p:nvSpPr>
          <p:spPr>
            <a:xfrm>
              <a:off x="6001864" y="1304925"/>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4" name="Рисунок 80" descr="Земля контур">
              <a:extLst>
                <a:ext uri="{FF2B5EF4-FFF2-40B4-BE49-F238E27FC236}">
                  <a16:creationId xmlns:a16="http://schemas.microsoft.com/office/drawing/2014/main" id="{4EA3E85C-531B-22F1-85FA-7B855B88A375}"/>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163864" y="1466925"/>
              <a:ext cx="576000" cy="576000"/>
            </a:xfrm>
            <a:prstGeom prst="rect">
              <a:avLst/>
            </a:prstGeom>
          </p:spPr>
        </p:pic>
      </p:grpSp>
      <p:grpSp>
        <p:nvGrpSpPr>
          <p:cNvPr id="15" name="Group 42">
            <a:extLst>
              <a:ext uri="{FF2B5EF4-FFF2-40B4-BE49-F238E27FC236}">
                <a16:creationId xmlns:a16="http://schemas.microsoft.com/office/drawing/2014/main" id="{A7A65948-9D12-C360-DDED-C804879B1DE6}"/>
              </a:ext>
            </a:extLst>
          </p:cNvPr>
          <p:cNvGrpSpPr/>
          <p:nvPr userDrawn="1"/>
        </p:nvGrpSpPr>
        <p:grpSpPr>
          <a:xfrm>
            <a:off x="6203950" y="2662221"/>
            <a:ext cx="900000" cy="900000"/>
            <a:chOff x="6001864" y="3042845"/>
            <a:chExt cx="900000" cy="900000"/>
          </a:xfrm>
        </p:grpSpPr>
        <p:sp>
          <p:nvSpPr>
            <p:cNvPr id="16" name="Rectangle 20">
              <a:extLst>
                <a:ext uri="{FF2B5EF4-FFF2-40B4-BE49-F238E27FC236}">
                  <a16:creationId xmlns:a16="http://schemas.microsoft.com/office/drawing/2014/main" id="{8CCEED56-B3E8-9072-53DC-296912847487}"/>
                </a:ext>
              </a:extLst>
            </p:cNvPr>
            <p:cNvSpPr/>
            <p:nvPr userDrawn="1"/>
          </p:nvSpPr>
          <p:spPr>
            <a:xfrm>
              <a:off x="6001864" y="3042845"/>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7" name="Рисунок 85" descr="Конверт контур">
              <a:extLst>
                <a:ext uri="{FF2B5EF4-FFF2-40B4-BE49-F238E27FC236}">
                  <a16:creationId xmlns:a16="http://schemas.microsoft.com/office/drawing/2014/main" id="{10BF4786-8D7E-5CA1-52CD-4F8FCED9BDE0}"/>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6163864" y="3204845"/>
              <a:ext cx="576000" cy="576000"/>
            </a:xfrm>
            <a:prstGeom prst="rect">
              <a:avLst/>
            </a:prstGeom>
          </p:spPr>
        </p:pic>
      </p:grpSp>
      <p:grpSp>
        <p:nvGrpSpPr>
          <p:cNvPr id="18" name="Group 43">
            <a:extLst>
              <a:ext uri="{FF2B5EF4-FFF2-40B4-BE49-F238E27FC236}">
                <a16:creationId xmlns:a16="http://schemas.microsoft.com/office/drawing/2014/main" id="{84B43DDC-74C9-6F3F-6C93-0FE5FB8F82FE}"/>
              </a:ext>
            </a:extLst>
          </p:cNvPr>
          <p:cNvGrpSpPr/>
          <p:nvPr userDrawn="1"/>
        </p:nvGrpSpPr>
        <p:grpSpPr>
          <a:xfrm>
            <a:off x="6203950" y="4019517"/>
            <a:ext cx="900000" cy="900000"/>
            <a:chOff x="6001864" y="4194848"/>
            <a:chExt cx="900000" cy="900000"/>
          </a:xfrm>
        </p:grpSpPr>
        <p:sp>
          <p:nvSpPr>
            <p:cNvPr id="19" name="Rectangle 24">
              <a:extLst>
                <a:ext uri="{FF2B5EF4-FFF2-40B4-BE49-F238E27FC236}">
                  <a16:creationId xmlns:a16="http://schemas.microsoft.com/office/drawing/2014/main" id="{F3EAC5C8-9732-820E-3B36-23B7A4932A52}"/>
                </a:ext>
              </a:extLst>
            </p:cNvPr>
            <p:cNvSpPr/>
            <p:nvPr userDrawn="1"/>
          </p:nvSpPr>
          <p:spPr>
            <a:xfrm>
              <a:off x="6001864" y="4194848"/>
              <a:ext cx="900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 name="Рисунок 90" descr="Телефонная трубка контур">
              <a:extLst>
                <a:ext uri="{FF2B5EF4-FFF2-40B4-BE49-F238E27FC236}">
                  <a16:creationId xmlns:a16="http://schemas.microsoft.com/office/drawing/2014/main" id="{F02FA0B8-8B1D-D67A-2204-C6ACC5E5F0CD}"/>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163864" y="4356848"/>
              <a:ext cx="576000" cy="576000"/>
            </a:xfrm>
            <a:prstGeom prst="rect">
              <a:avLst/>
            </a:prstGeom>
          </p:spPr>
        </p:pic>
      </p:grpSp>
      <p:grpSp>
        <p:nvGrpSpPr>
          <p:cNvPr id="22" name="Group 44">
            <a:extLst>
              <a:ext uri="{FF2B5EF4-FFF2-40B4-BE49-F238E27FC236}">
                <a16:creationId xmlns:a16="http://schemas.microsoft.com/office/drawing/2014/main" id="{ED164B0C-BC10-05C1-EC4C-428712E2A770}"/>
              </a:ext>
            </a:extLst>
          </p:cNvPr>
          <p:cNvGrpSpPr/>
          <p:nvPr userDrawn="1"/>
        </p:nvGrpSpPr>
        <p:grpSpPr>
          <a:xfrm>
            <a:off x="6203950" y="5376812"/>
            <a:ext cx="900000" cy="900000"/>
            <a:chOff x="6001864" y="5376812"/>
            <a:chExt cx="900000" cy="900000"/>
          </a:xfrm>
        </p:grpSpPr>
        <p:sp>
          <p:nvSpPr>
            <p:cNvPr id="24" name="Rectangle 27">
              <a:extLst>
                <a:ext uri="{FF2B5EF4-FFF2-40B4-BE49-F238E27FC236}">
                  <a16:creationId xmlns:a16="http://schemas.microsoft.com/office/drawing/2014/main" id="{7D10ED1D-F3CE-F863-F247-F85400F21648}"/>
                </a:ext>
              </a:extLst>
            </p:cNvPr>
            <p:cNvSpPr/>
            <p:nvPr userDrawn="1"/>
          </p:nvSpPr>
          <p:spPr>
            <a:xfrm>
              <a:off x="6001864" y="5376812"/>
              <a:ext cx="900000" cy="90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7" name="Рисунок 95" descr="Карта с кнопкой контур">
              <a:extLst>
                <a:ext uri="{FF2B5EF4-FFF2-40B4-BE49-F238E27FC236}">
                  <a16:creationId xmlns:a16="http://schemas.microsoft.com/office/drawing/2014/main" id="{093C70D9-E5F1-387D-1D70-B8F69478ECCF}"/>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6163864" y="5538812"/>
              <a:ext cx="576000" cy="576000"/>
            </a:xfrm>
            <a:prstGeom prst="rect">
              <a:avLst/>
            </a:prstGeom>
          </p:spPr>
        </p:pic>
      </p:grpSp>
      <p:sp>
        <p:nvSpPr>
          <p:cNvPr id="46" name="Website Name">
            <a:extLst>
              <a:ext uri="{FF2B5EF4-FFF2-40B4-BE49-F238E27FC236}">
                <a16:creationId xmlns:a16="http://schemas.microsoft.com/office/drawing/2014/main" id="{AD0C5F98-D39D-A4A0-C1BD-3A1B43E69209}"/>
              </a:ext>
            </a:extLst>
          </p:cNvPr>
          <p:cNvSpPr>
            <a:spLocks noGrp="1"/>
          </p:cNvSpPr>
          <p:nvPr>
            <p:ph type="body" idx="27" hasCustomPrompt="1"/>
            <p:custDataLst>
              <p:tags r:id="rId3"/>
            </p:custDataLst>
          </p:nvPr>
        </p:nvSpPr>
        <p:spPr>
          <a:xfrm>
            <a:off x="7139850" y="1435673"/>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47" name="Phone Value">
            <a:extLst>
              <a:ext uri="{FF2B5EF4-FFF2-40B4-BE49-F238E27FC236}">
                <a16:creationId xmlns:a16="http://schemas.microsoft.com/office/drawing/2014/main" id="{90F68E8B-64E6-7701-337F-AD34D2750DB4}"/>
              </a:ext>
            </a:extLst>
          </p:cNvPr>
          <p:cNvSpPr>
            <a:spLocks noGrp="1"/>
          </p:cNvSpPr>
          <p:nvPr>
            <p:ph type="body" idx="28" hasCustomPrompt="1"/>
            <p:custDataLst>
              <p:tags r:id="rId4"/>
            </p:custDataLst>
          </p:nvPr>
        </p:nvSpPr>
        <p:spPr>
          <a:xfrm>
            <a:off x="7139850" y="1768426"/>
            <a:ext cx="4460500"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48" name="Email Name">
            <a:extLst>
              <a:ext uri="{FF2B5EF4-FFF2-40B4-BE49-F238E27FC236}">
                <a16:creationId xmlns:a16="http://schemas.microsoft.com/office/drawing/2014/main" id="{D9D5DE92-FB61-79EC-9F80-86468605B902}"/>
              </a:ext>
            </a:extLst>
          </p:cNvPr>
          <p:cNvSpPr>
            <a:spLocks noGrp="1"/>
          </p:cNvSpPr>
          <p:nvPr>
            <p:ph type="body" idx="29" hasCustomPrompt="1"/>
            <p:custDataLst>
              <p:tags r:id="rId5"/>
            </p:custDataLst>
          </p:nvPr>
        </p:nvSpPr>
        <p:spPr>
          <a:xfrm>
            <a:off x="7139850" y="2788685"/>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49" name="Email Value">
            <a:extLst>
              <a:ext uri="{FF2B5EF4-FFF2-40B4-BE49-F238E27FC236}">
                <a16:creationId xmlns:a16="http://schemas.microsoft.com/office/drawing/2014/main" id="{F686AA59-0DED-39EC-806A-A07AC3CDE6EE}"/>
              </a:ext>
            </a:extLst>
          </p:cNvPr>
          <p:cNvSpPr>
            <a:spLocks noGrp="1"/>
          </p:cNvSpPr>
          <p:nvPr>
            <p:ph type="body" idx="30" hasCustomPrompt="1"/>
            <p:custDataLst>
              <p:tags r:id="rId6"/>
            </p:custDataLst>
          </p:nvPr>
        </p:nvSpPr>
        <p:spPr>
          <a:xfrm>
            <a:off x="7139849" y="3121438"/>
            <a:ext cx="4464776"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0" name="Phone Name">
            <a:extLst>
              <a:ext uri="{FF2B5EF4-FFF2-40B4-BE49-F238E27FC236}">
                <a16:creationId xmlns:a16="http://schemas.microsoft.com/office/drawing/2014/main" id="{26B31E9B-1465-F384-CCE2-7ED6D5589AEE}"/>
              </a:ext>
            </a:extLst>
          </p:cNvPr>
          <p:cNvSpPr>
            <a:spLocks noGrp="1"/>
          </p:cNvSpPr>
          <p:nvPr>
            <p:ph type="body" idx="31" hasCustomPrompt="1"/>
            <p:custDataLst>
              <p:tags r:id="rId7"/>
            </p:custDataLst>
          </p:nvPr>
        </p:nvSpPr>
        <p:spPr>
          <a:xfrm>
            <a:off x="7139849" y="4144938"/>
            <a:ext cx="4464775"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51" name="Phone Value">
            <a:extLst>
              <a:ext uri="{FF2B5EF4-FFF2-40B4-BE49-F238E27FC236}">
                <a16:creationId xmlns:a16="http://schemas.microsoft.com/office/drawing/2014/main" id="{A01186D3-6214-1D36-9FC4-4D2D3843007C}"/>
              </a:ext>
            </a:extLst>
          </p:cNvPr>
          <p:cNvSpPr>
            <a:spLocks noGrp="1"/>
          </p:cNvSpPr>
          <p:nvPr>
            <p:ph type="body" idx="32" hasCustomPrompt="1"/>
            <p:custDataLst>
              <p:tags r:id="rId8"/>
            </p:custDataLst>
          </p:nvPr>
        </p:nvSpPr>
        <p:spPr>
          <a:xfrm>
            <a:off x="7139850" y="4477691"/>
            <a:ext cx="4460500"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2" name="Location Name">
            <a:extLst>
              <a:ext uri="{FF2B5EF4-FFF2-40B4-BE49-F238E27FC236}">
                <a16:creationId xmlns:a16="http://schemas.microsoft.com/office/drawing/2014/main" id="{98950A8A-C867-F03D-1D7C-B61ACE75FC6C}"/>
              </a:ext>
            </a:extLst>
          </p:cNvPr>
          <p:cNvSpPr>
            <a:spLocks noGrp="1"/>
          </p:cNvSpPr>
          <p:nvPr>
            <p:ph type="body" idx="33" hasCustomPrompt="1"/>
            <p:custDataLst>
              <p:tags r:id="rId9"/>
            </p:custDataLst>
          </p:nvPr>
        </p:nvSpPr>
        <p:spPr>
          <a:xfrm>
            <a:off x="7139850" y="5503276"/>
            <a:ext cx="4460500" cy="307777"/>
          </a:xfrm>
        </p:spPr>
        <p:txBody>
          <a:bodyPr wrap="square" lIns="180000" tIns="0" rIns="0" bIns="0" anchor="t" anchorCtr="0">
            <a:spAutoFit/>
          </a:bodyPr>
          <a:lstStyle>
            <a:lvl1pPr marL="0" indent="0" algn="l">
              <a:spcBef>
                <a:spcPts val="600"/>
              </a:spcBef>
              <a:buNone/>
              <a:defRPr sz="200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3" name="Location Value">
            <a:extLst>
              <a:ext uri="{FF2B5EF4-FFF2-40B4-BE49-F238E27FC236}">
                <a16:creationId xmlns:a16="http://schemas.microsoft.com/office/drawing/2014/main" id="{C475761B-4DC4-D8F3-803C-CB44A2455511}"/>
              </a:ext>
            </a:extLst>
          </p:cNvPr>
          <p:cNvSpPr>
            <a:spLocks noGrp="1"/>
          </p:cNvSpPr>
          <p:nvPr>
            <p:ph type="body" idx="34" hasCustomPrompt="1"/>
            <p:custDataLst>
              <p:tags r:id="rId10"/>
            </p:custDataLst>
          </p:nvPr>
        </p:nvSpPr>
        <p:spPr>
          <a:xfrm>
            <a:off x="7139849" y="5836029"/>
            <a:ext cx="4464775" cy="295328"/>
          </a:xfrm>
        </p:spPr>
        <p:txBody>
          <a:bodyPr wrap="square" lIns="18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Tree>
    <p:extLst>
      <p:ext uri="{BB962C8B-B14F-4D97-AF65-F5344CB8AC3E}">
        <p14:creationId xmlns:p14="http://schemas.microsoft.com/office/powerpoint/2010/main" val="10746149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ankYouS1">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CCF75C-EEDA-EF6F-3B77-1EE2E23DF412}"/>
              </a:ext>
            </a:extLst>
          </p:cNvPr>
          <p:cNvSpPr/>
          <p:nvPr userDrawn="1"/>
        </p:nvSpPr>
        <p:spPr>
          <a:xfrm>
            <a:off x="8075614" y="1304925"/>
            <a:ext cx="3529012" cy="496887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Rectangle 3">
            <a:extLst>
              <a:ext uri="{FF2B5EF4-FFF2-40B4-BE49-F238E27FC236}">
                <a16:creationId xmlns:a16="http://schemas.microsoft.com/office/drawing/2014/main" id="{FADDBFBF-A36D-7DB7-E2E3-4BB852A77C4C}"/>
              </a:ext>
            </a:extLst>
          </p:cNvPr>
          <p:cNvSpPr/>
          <p:nvPr userDrawn="1"/>
        </p:nvSpPr>
        <p:spPr>
          <a:xfrm>
            <a:off x="587375" y="1304925"/>
            <a:ext cx="7272338" cy="4968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8075613" y="4802289"/>
            <a:ext cx="3529012" cy="1471511"/>
          </a:xfrm>
        </p:spPr>
        <p:txBody>
          <a:bodyPr wrap="square" lIns="360000" tIns="0" rIns="360000" bIns="360000" anchor="b"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5400675"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bg1"/>
                </a:solidFill>
                <a:latin typeface="+mj-lt"/>
              </a:defRPr>
            </a:lvl1pPr>
          </a:lstStyle>
          <a:p>
            <a:pPr lvl="0"/>
            <a:r>
              <a:rPr lang="en-US"/>
              <a:t>Click to add text</a:t>
            </a:r>
            <a:br>
              <a:rPr lang="en-US"/>
            </a:b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3"/>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Tree>
    <p:extLst>
      <p:ext uri="{BB962C8B-B14F-4D97-AF65-F5344CB8AC3E}">
        <p14:creationId xmlns:p14="http://schemas.microsoft.com/office/powerpoint/2010/main" val="38970704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ankYouV2">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5" y="1304925"/>
            <a:ext cx="11017250" cy="4968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6203950" y="4802289"/>
            <a:ext cx="5400675" cy="1471511"/>
          </a:xfrm>
        </p:spPr>
        <p:txBody>
          <a:bodyPr wrap="square" lIns="360000" tIns="0" rIns="360000" bIns="360000" anchor="b" anchorCtr="0">
            <a:noAutofit/>
          </a:bodyPr>
          <a:lstStyle>
            <a:lvl1pPr marL="0" indent="0" algn="r">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5400675"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bg1"/>
                </a:solidFill>
                <a:latin typeface="+mj-lt"/>
              </a:defRPr>
            </a:lvl1pPr>
          </a:lstStyle>
          <a:p>
            <a:pPr lvl="0"/>
            <a:r>
              <a:rPr lang="en-US"/>
              <a:t>Click to add text</a:t>
            </a:r>
            <a:br>
              <a:rPr lang="en-US"/>
            </a:b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3"/>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Tree>
    <p:extLst>
      <p:ext uri="{BB962C8B-B14F-4D97-AF65-F5344CB8AC3E}">
        <p14:creationId xmlns:p14="http://schemas.microsoft.com/office/powerpoint/2010/main" val="1263069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YouV3">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587375" y="1304925"/>
            <a:ext cx="11017250" cy="49688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1"/>
            </p:custDataLst>
          </p:nvPr>
        </p:nvSpPr>
        <p:spPr>
          <a:xfrm>
            <a:off x="6203950" y="4802289"/>
            <a:ext cx="5400675" cy="1471511"/>
          </a:xfrm>
        </p:spPr>
        <p:txBody>
          <a:bodyPr wrap="square" lIns="360000" tIns="0" rIns="360000" bIns="360000" anchor="b" anchorCtr="0">
            <a:noAutofit/>
          </a:bodyPr>
          <a:lstStyle>
            <a:lvl1pPr marL="0" indent="0" algn="r">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5400675" cy="1619244"/>
          </a:xfrm>
          <a:prstGeom prst="rect">
            <a:avLst/>
          </a:prstGeom>
        </p:spPr>
        <p:txBody>
          <a:bodyPr vert="horz" wrap="square" lIns="360000" tIns="360000" rIns="360000" bIns="0" rtlCol="0" anchor="t" anchorCtr="0">
            <a:sp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3"/>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Tree>
    <p:extLst>
      <p:ext uri="{BB962C8B-B14F-4D97-AF65-F5344CB8AC3E}">
        <p14:creationId xmlns:p14="http://schemas.microsoft.com/office/powerpoint/2010/main" val="33047607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amV1">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116C1F-EB2C-FC74-D97A-462E4E4D2EB4}"/>
              </a:ext>
            </a:extLst>
          </p:cNvPr>
          <p:cNvSpPr/>
          <p:nvPr userDrawn="1"/>
        </p:nvSpPr>
        <p:spPr>
          <a:xfrm>
            <a:off x="6203950" y="0"/>
            <a:ext cx="59880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6205339" y="2965189"/>
            <a:ext cx="5399286" cy="422405"/>
          </a:xfrm>
        </p:spPr>
        <p:txBody>
          <a:bodyPr wrap="square" lIns="36000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6205339" y="1304925"/>
            <a:ext cx="5399281" cy="1255728"/>
          </a:xfrm>
          <a:prstGeom prst="rect">
            <a:avLst/>
          </a:prstGeom>
        </p:spPr>
        <p:txBody>
          <a:bodyPr vert="horz" wrap="square" lIns="36000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597540" y="1304924"/>
            <a:ext cx="3734748" cy="4968875"/>
          </a:xfrm>
          <a:prstGeom prst="rect">
            <a:avLst/>
          </a:prstGeom>
        </p:spPr>
        <p:txBody>
          <a:bodyPr/>
          <a:lstStyle/>
          <a:p>
            <a:endParaRPr lang="ru-RU"/>
          </a:p>
        </p:txBody>
      </p:sp>
      <p:sp>
        <p:nvSpPr>
          <p:cNvPr id="9" name="Text Placeholder">
            <a:extLst>
              <a:ext uri="{FF2B5EF4-FFF2-40B4-BE49-F238E27FC236}">
                <a16:creationId xmlns:a16="http://schemas.microsoft.com/office/drawing/2014/main" id="{1CFECE27-1DD7-CC2D-70C9-2E01D1F7EDC7}"/>
              </a:ext>
            </a:extLst>
          </p:cNvPr>
          <p:cNvSpPr>
            <a:spLocks noGrp="1"/>
          </p:cNvSpPr>
          <p:nvPr>
            <p:ph type="body" idx="25" hasCustomPrompt="1"/>
            <p:custDataLst>
              <p:tags r:id="rId4"/>
            </p:custDataLst>
          </p:nvPr>
        </p:nvSpPr>
        <p:spPr>
          <a:xfrm>
            <a:off x="6205339" y="3947321"/>
            <a:ext cx="5399286" cy="2138342"/>
          </a:xfrm>
        </p:spPr>
        <p:txBody>
          <a:bodyPr lIns="360000" tIns="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6563949" y="2845267"/>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Ellipse">
            <a:extLst>
              <a:ext uri="{FF2B5EF4-FFF2-40B4-BE49-F238E27FC236}">
                <a16:creationId xmlns:a16="http://schemas.microsoft.com/office/drawing/2014/main" id="{A7507495-20CC-8AFC-4818-BC90DBFA16C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BCE81CA1-2189-8FF4-3C09-B0997395B81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Ellipse">
            <a:extLst>
              <a:ext uri="{FF2B5EF4-FFF2-40B4-BE49-F238E27FC236}">
                <a16:creationId xmlns:a16="http://schemas.microsoft.com/office/drawing/2014/main" id="{343DB4FA-E54C-B370-38D1-9741B7B46AB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99B3230B-563F-C70F-EE91-804D65C774BC}"/>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Description Placeholder">
            <a:extLst>
              <a:ext uri="{FF2B5EF4-FFF2-40B4-BE49-F238E27FC236}">
                <a16:creationId xmlns:a16="http://schemas.microsoft.com/office/drawing/2014/main" id="{FDAB4BF0-E898-7DC0-0D35-E6CFDAC0F9CA}"/>
              </a:ext>
            </a:extLst>
          </p:cNvPr>
          <p:cNvSpPr>
            <a:spLocks noGrp="1"/>
          </p:cNvSpPr>
          <p:nvPr>
            <p:ph type="body" idx="24" hasCustomPrompt="1"/>
            <p:custDataLst>
              <p:tags r:id="rId5"/>
            </p:custDataLst>
          </p:nvPr>
        </p:nvSpPr>
        <p:spPr>
          <a:xfrm>
            <a:off x="6205339" y="3392911"/>
            <a:ext cx="5400000" cy="290520"/>
          </a:xfrm>
        </p:spPr>
        <p:txBody>
          <a:bodyPr lIns="36000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23659693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amV2">
    <p:bg>
      <p:bgPr>
        <a:solidFill>
          <a:schemeClr val="accent6"/>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51E4956-8880-A937-0710-98693140811A}"/>
              </a:ext>
            </a:extLst>
          </p:cNvPr>
          <p:cNvSpPr/>
          <p:nvPr userDrawn="1"/>
        </p:nvSpPr>
        <p:spPr>
          <a:xfrm>
            <a:off x="1" y="2546580"/>
            <a:ext cx="12191999" cy="23916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95588" y="5524743"/>
            <a:ext cx="3520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593730" y="2546494"/>
            <a:ext cx="3518848" cy="2391779"/>
          </a:xfrm>
          <a:prstGeom prst="rect">
            <a:avLst/>
          </a:prstGeom>
        </p:spPr>
        <p:txBody>
          <a:bodyPr/>
          <a:lstStyle/>
          <a:p>
            <a:endParaRPr lang="ru-RU"/>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95588"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Ellipse">
            <a:extLst>
              <a:ext uri="{FF2B5EF4-FFF2-40B4-BE49-F238E27FC236}">
                <a16:creationId xmlns:a16="http://schemas.microsoft.com/office/drawing/2014/main" id="{A7507495-20CC-8AFC-4818-BC90DBFA16C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BCE81CA1-2189-8FF4-3C09-B0997395B81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Ellipse">
            <a:extLst>
              <a:ext uri="{FF2B5EF4-FFF2-40B4-BE49-F238E27FC236}">
                <a16:creationId xmlns:a16="http://schemas.microsoft.com/office/drawing/2014/main" id="{343DB4FA-E54C-B370-38D1-9741B7B46AB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99B3230B-563F-C70F-EE91-804D65C774BC}"/>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1">
            <a:extLst>
              <a:ext uri="{FF2B5EF4-FFF2-40B4-BE49-F238E27FC236}">
                <a16:creationId xmlns:a16="http://schemas.microsoft.com/office/drawing/2014/main" id="{FDAB4BF0-E898-7DC0-0D35-E6CFDAC0F9CA}"/>
              </a:ext>
            </a:extLst>
          </p:cNvPr>
          <p:cNvSpPr>
            <a:spLocks noGrp="1"/>
          </p:cNvSpPr>
          <p:nvPr>
            <p:ph type="body" idx="24" hasCustomPrompt="1"/>
            <p:custDataLst>
              <p:tags r:id="rId3"/>
            </p:custDataLst>
          </p:nvPr>
        </p:nvSpPr>
        <p:spPr>
          <a:xfrm>
            <a:off x="595588" y="5952465"/>
            <a:ext cx="3520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4" name="Title Placeholder">
            <a:extLst>
              <a:ext uri="{FF2B5EF4-FFF2-40B4-BE49-F238E27FC236}">
                <a16:creationId xmlns:a16="http://schemas.microsoft.com/office/drawing/2014/main" id="{00AA1F6F-51D1-847B-79E6-9670F88FEC2D}"/>
              </a:ext>
            </a:extLst>
          </p:cNvPr>
          <p:cNvSpPr>
            <a:spLocks noGrp="1"/>
          </p:cNvSpPr>
          <p:nvPr>
            <p:ph type="title" hasCustomPrompt="1"/>
            <p:custDataLst>
              <p:tags r:id="rId4"/>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8" name="Subtitle Placeholder 2">
            <a:extLst>
              <a:ext uri="{FF2B5EF4-FFF2-40B4-BE49-F238E27FC236}">
                <a16:creationId xmlns:a16="http://schemas.microsoft.com/office/drawing/2014/main" id="{C2F9A16E-4660-FDE7-034C-697DE439ED27}"/>
              </a:ext>
            </a:extLst>
          </p:cNvPr>
          <p:cNvSpPr>
            <a:spLocks noGrp="1"/>
          </p:cNvSpPr>
          <p:nvPr>
            <p:ph type="body" idx="28" hasCustomPrompt="1"/>
            <p:custDataLst>
              <p:tags r:id="rId5"/>
            </p:custDataLst>
          </p:nvPr>
        </p:nvSpPr>
        <p:spPr>
          <a:xfrm>
            <a:off x="4334146" y="5524743"/>
            <a:ext cx="3520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0" name="Picture Placeholder 19">
            <a:extLst>
              <a:ext uri="{FF2B5EF4-FFF2-40B4-BE49-F238E27FC236}">
                <a16:creationId xmlns:a16="http://schemas.microsoft.com/office/drawing/2014/main" id="{7B028427-24BF-D7B3-79F3-8BE98FCA0D3D}"/>
              </a:ext>
            </a:extLst>
          </p:cNvPr>
          <p:cNvSpPr>
            <a:spLocks noGrp="1"/>
          </p:cNvSpPr>
          <p:nvPr>
            <p:ph type="pic" sz="quarter" idx="29"/>
          </p:nvPr>
        </p:nvSpPr>
        <p:spPr>
          <a:xfrm>
            <a:off x="4332288" y="2546494"/>
            <a:ext cx="3518848" cy="2391779"/>
          </a:xfrm>
          <a:prstGeom prst="rect">
            <a:avLst/>
          </a:prstGeom>
        </p:spPr>
        <p:txBody>
          <a:bodyPr/>
          <a:lstStyle/>
          <a:p>
            <a:endParaRPr lang="ru-RU"/>
          </a:p>
        </p:txBody>
      </p:sp>
      <p:cxnSp>
        <p:nvCxnSpPr>
          <p:cNvPr id="16" name="Straight Connector 15">
            <a:extLst>
              <a:ext uri="{FF2B5EF4-FFF2-40B4-BE49-F238E27FC236}">
                <a16:creationId xmlns:a16="http://schemas.microsoft.com/office/drawing/2014/main" id="{C6AEC63A-0DDD-28A2-EACD-50EAFBF3B4AE}"/>
              </a:ext>
            </a:extLst>
          </p:cNvPr>
          <p:cNvCxnSpPr>
            <a:cxnSpLocks/>
          </p:cNvCxnSpPr>
          <p:nvPr userDrawn="1"/>
        </p:nvCxnSpPr>
        <p:spPr>
          <a:xfrm flipH="1">
            <a:off x="4334146"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7" name="Text Placeholder 2">
            <a:extLst>
              <a:ext uri="{FF2B5EF4-FFF2-40B4-BE49-F238E27FC236}">
                <a16:creationId xmlns:a16="http://schemas.microsoft.com/office/drawing/2014/main" id="{3DD5A016-B6AE-AA12-385C-9EE488ACFE26}"/>
              </a:ext>
            </a:extLst>
          </p:cNvPr>
          <p:cNvSpPr>
            <a:spLocks noGrp="1"/>
          </p:cNvSpPr>
          <p:nvPr>
            <p:ph type="body" idx="30" hasCustomPrompt="1"/>
            <p:custDataLst>
              <p:tags r:id="rId6"/>
            </p:custDataLst>
          </p:nvPr>
        </p:nvSpPr>
        <p:spPr>
          <a:xfrm>
            <a:off x="4334146" y="5952465"/>
            <a:ext cx="3520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8" name="Subtitle Placeholder 3">
            <a:extLst>
              <a:ext uri="{FF2B5EF4-FFF2-40B4-BE49-F238E27FC236}">
                <a16:creationId xmlns:a16="http://schemas.microsoft.com/office/drawing/2014/main" id="{3E5E2515-8B4A-CB63-6E93-DF103D1BD1E0}"/>
              </a:ext>
            </a:extLst>
          </p:cNvPr>
          <p:cNvSpPr>
            <a:spLocks noGrp="1"/>
          </p:cNvSpPr>
          <p:nvPr>
            <p:ph type="body" idx="31" hasCustomPrompt="1"/>
            <p:custDataLst>
              <p:tags r:id="rId7"/>
            </p:custDataLst>
          </p:nvPr>
        </p:nvSpPr>
        <p:spPr>
          <a:xfrm>
            <a:off x="8089316" y="5524743"/>
            <a:ext cx="3520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9" name="Picture Placeholder 19">
            <a:extLst>
              <a:ext uri="{FF2B5EF4-FFF2-40B4-BE49-F238E27FC236}">
                <a16:creationId xmlns:a16="http://schemas.microsoft.com/office/drawing/2014/main" id="{49B1C393-1DCC-3D6F-924E-80FF2284062F}"/>
              </a:ext>
            </a:extLst>
          </p:cNvPr>
          <p:cNvSpPr>
            <a:spLocks noGrp="1"/>
          </p:cNvSpPr>
          <p:nvPr>
            <p:ph type="pic" sz="quarter" idx="32"/>
          </p:nvPr>
        </p:nvSpPr>
        <p:spPr>
          <a:xfrm>
            <a:off x="8087458" y="2546494"/>
            <a:ext cx="3518848" cy="2391779"/>
          </a:xfrm>
          <a:prstGeom prst="rect">
            <a:avLst/>
          </a:prstGeom>
        </p:spPr>
        <p:txBody>
          <a:bodyPr/>
          <a:lstStyle/>
          <a:p>
            <a:endParaRPr lang="ru-RU"/>
          </a:p>
        </p:txBody>
      </p:sp>
      <p:cxnSp>
        <p:nvCxnSpPr>
          <p:cNvPr id="20" name="Straight Connector 19">
            <a:extLst>
              <a:ext uri="{FF2B5EF4-FFF2-40B4-BE49-F238E27FC236}">
                <a16:creationId xmlns:a16="http://schemas.microsoft.com/office/drawing/2014/main" id="{33DBCA49-2473-2413-3F5D-0CC2877C6751}"/>
              </a:ext>
            </a:extLst>
          </p:cNvPr>
          <p:cNvCxnSpPr>
            <a:cxnSpLocks/>
          </p:cNvCxnSpPr>
          <p:nvPr userDrawn="1"/>
        </p:nvCxnSpPr>
        <p:spPr>
          <a:xfrm flipH="1">
            <a:off x="8089316"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1" name="Text Placeholder 3">
            <a:extLst>
              <a:ext uri="{FF2B5EF4-FFF2-40B4-BE49-F238E27FC236}">
                <a16:creationId xmlns:a16="http://schemas.microsoft.com/office/drawing/2014/main" id="{EFAD6DC4-FAD5-74AD-50A9-A313A724C386}"/>
              </a:ext>
            </a:extLst>
          </p:cNvPr>
          <p:cNvSpPr>
            <a:spLocks noGrp="1"/>
          </p:cNvSpPr>
          <p:nvPr>
            <p:ph type="body" idx="33" hasCustomPrompt="1"/>
            <p:custDataLst>
              <p:tags r:id="rId8"/>
            </p:custDataLst>
          </p:nvPr>
        </p:nvSpPr>
        <p:spPr>
          <a:xfrm>
            <a:off x="8089316" y="5952465"/>
            <a:ext cx="3520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Tree>
    <p:extLst>
      <p:ext uri="{BB962C8B-B14F-4D97-AF65-F5344CB8AC3E}">
        <p14:creationId xmlns:p14="http://schemas.microsoft.com/office/powerpoint/2010/main" val="17145529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V3">
    <p:bg>
      <p:bgPr>
        <a:solidFill>
          <a:schemeClr val="accent6"/>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51E4956-8880-A937-0710-98693140811A}"/>
              </a:ext>
            </a:extLst>
          </p:cNvPr>
          <p:cNvSpPr/>
          <p:nvPr userDrawn="1"/>
        </p:nvSpPr>
        <p:spPr>
          <a:xfrm>
            <a:off x="1" y="2546580"/>
            <a:ext cx="12191999" cy="23916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95588" y="5524743"/>
            <a:ext cx="2584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593730" y="2546494"/>
            <a:ext cx="2586033" cy="2391779"/>
          </a:xfrm>
          <a:prstGeom prst="rect">
            <a:avLst/>
          </a:prstGeom>
        </p:spPr>
        <p:txBody>
          <a:bodyPr/>
          <a:lstStyle/>
          <a:p>
            <a:endParaRPr lang="ru-RU"/>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95588"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Ellipse">
            <a:extLst>
              <a:ext uri="{FF2B5EF4-FFF2-40B4-BE49-F238E27FC236}">
                <a16:creationId xmlns:a16="http://schemas.microsoft.com/office/drawing/2014/main" id="{A7507495-20CC-8AFC-4818-BC90DBFA16C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BCE81CA1-2189-8FF4-3C09-B0997395B81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Ellipse">
            <a:extLst>
              <a:ext uri="{FF2B5EF4-FFF2-40B4-BE49-F238E27FC236}">
                <a16:creationId xmlns:a16="http://schemas.microsoft.com/office/drawing/2014/main" id="{343DB4FA-E54C-B370-38D1-9741B7B46AB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99B3230B-563F-C70F-EE91-804D65C774BC}"/>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1">
            <a:extLst>
              <a:ext uri="{FF2B5EF4-FFF2-40B4-BE49-F238E27FC236}">
                <a16:creationId xmlns:a16="http://schemas.microsoft.com/office/drawing/2014/main" id="{FDAB4BF0-E898-7DC0-0D35-E6CFDAC0F9CA}"/>
              </a:ext>
            </a:extLst>
          </p:cNvPr>
          <p:cNvSpPr>
            <a:spLocks noGrp="1"/>
          </p:cNvSpPr>
          <p:nvPr>
            <p:ph type="body" idx="24" hasCustomPrompt="1"/>
            <p:custDataLst>
              <p:tags r:id="rId3"/>
            </p:custDataLst>
          </p:nvPr>
        </p:nvSpPr>
        <p:spPr>
          <a:xfrm>
            <a:off x="595588" y="5952465"/>
            <a:ext cx="2584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 name="Title Placeholder">
            <a:extLst>
              <a:ext uri="{FF2B5EF4-FFF2-40B4-BE49-F238E27FC236}">
                <a16:creationId xmlns:a16="http://schemas.microsoft.com/office/drawing/2014/main" id="{00AA1F6F-51D1-847B-79E6-9670F88FEC2D}"/>
              </a:ext>
            </a:extLst>
          </p:cNvPr>
          <p:cNvSpPr>
            <a:spLocks noGrp="1"/>
          </p:cNvSpPr>
          <p:nvPr>
            <p:ph type="title" hasCustomPrompt="1"/>
            <p:custDataLst>
              <p:tags r:id="rId4"/>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8" name="Subtitle Placeholder 2">
            <a:extLst>
              <a:ext uri="{FF2B5EF4-FFF2-40B4-BE49-F238E27FC236}">
                <a16:creationId xmlns:a16="http://schemas.microsoft.com/office/drawing/2014/main" id="{C2F9A16E-4660-FDE7-034C-697DE439ED27}"/>
              </a:ext>
            </a:extLst>
          </p:cNvPr>
          <p:cNvSpPr>
            <a:spLocks noGrp="1"/>
          </p:cNvSpPr>
          <p:nvPr>
            <p:ph type="body" idx="28" hasCustomPrompt="1"/>
            <p:custDataLst>
              <p:tags r:id="rId5"/>
            </p:custDataLst>
          </p:nvPr>
        </p:nvSpPr>
        <p:spPr>
          <a:xfrm>
            <a:off x="3405313" y="5524743"/>
            <a:ext cx="2584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0" name="Picture Placeholder 19">
            <a:extLst>
              <a:ext uri="{FF2B5EF4-FFF2-40B4-BE49-F238E27FC236}">
                <a16:creationId xmlns:a16="http://schemas.microsoft.com/office/drawing/2014/main" id="{7B028427-24BF-D7B3-79F3-8BE98FCA0D3D}"/>
              </a:ext>
            </a:extLst>
          </p:cNvPr>
          <p:cNvSpPr>
            <a:spLocks noGrp="1"/>
          </p:cNvSpPr>
          <p:nvPr>
            <p:ph type="pic" sz="quarter" idx="29"/>
          </p:nvPr>
        </p:nvSpPr>
        <p:spPr>
          <a:xfrm>
            <a:off x="3403455" y="2546494"/>
            <a:ext cx="2584800" cy="2391779"/>
          </a:xfrm>
          <a:prstGeom prst="rect">
            <a:avLst/>
          </a:prstGeom>
        </p:spPr>
        <p:txBody>
          <a:bodyPr/>
          <a:lstStyle/>
          <a:p>
            <a:endParaRPr lang="ru-RU"/>
          </a:p>
        </p:txBody>
      </p:sp>
      <p:cxnSp>
        <p:nvCxnSpPr>
          <p:cNvPr id="16" name="Straight Connector 15">
            <a:extLst>
              <a:ext uri="{FF2B5EF4-FFF2-40B4-BE49-F238E27FC236}">
                <a16:creationId xmlns:a16="http://schemas.microsoft.com/office/drawing/2014/main" id="{C6AEC63A-0DDD-28A2-EACD-50EAFBF3B4AE}"/>
              </a:ext>
            </a:extLst>
          </p:cNvPr>
          <p:cNvCxnSpPr>
            <a:cxnSpLocks/>
          </p:cNvCxnSpPr>
          <p:nvPr userDrawn="1"/>
        </p:nvCxnSpPr>
        <p:spPr>
          <a:xfrm flipH="1">
            <a:off x="3405313"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7" name="Text Placeholder 2">
            <a:extLst>
              <a:ext uri="{FF2B5EF4-FFF2-40B4-BE49-F238E27FC236}">
                <a16:creationId xmlns:a16="http://schemas.microsoft.com/office/drawing/2014/main" id="{3DD5A016-B6AE-AA12-385C-9EE488ACFE26}"/>
              </a:ext>
            </a:extLst>
          </p:cNvPr>
          <p:cNvSpPr>
            <a:spLocks noGrp="1"/>
          </p:cNvSpPr>
          <p:nvPr>
            <p:ph type="body" idx="30" hasCustomPrompt="1"/>
            <p:custDataLst>
              <p:tags r:id="rId6"/>
            </p:custDataLst>
          </p:nvPr>
        </p:nvSpPr>
        <p:spPr>
          <a:xfrm>
            <a:off x="3405313" y="5952465"/>
            <a:ext cx="2584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Subtitle Placeholder 3">
            <a:extLst>
              <a:ext uri="{FF2B5EF4-FFF2-40B4-BE49-F238E27FC236}">
                <a16:creationId xmlns:a16="http://schemas.microsoft.com/office/drawing/2014/main" id="{3E5E2515-8B4A-CB63-6E93-DF103D1BD1E0}"/>
              </a:ext>
            </a:extLst>
          </p:cNvPr>
          <p:cNvSpPr>
            <a:spLocks noGrp="1"/>
          </p:cNvSpPr>
          <p:nvPr>
            <p:ph type="body" idx="31" hasCustomPrompt="1"/>
            <p:custDataLst>
              <p:tags r:id="rId7"/>
            </p:custDataLst>
          </p:nvPr>
        </p:nvSpPr>
        <p:spPr>
          <a:xfrm>
            <a:off x="6208725" y="5524743"/>
            <a:ext cx="2584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9" name="Picture Placeholder 19">
            <a:extLst>
              <a:ext uri="{FF2B5EF4-FFF2-40B4-BE49-F238E27FC236}">
                <a16:creationId xmlns:a16="http://schemas.microsoft.com/office/drawing/2014/main" id="{49B1C393-1DCC-3D6F-924E-80FF2284062F}"/>
              </a:ext>
            </a:extLst>
          </p:cNvPr>
          <p:cNvSpPr>
            <a:spLocks noGrp="1"/>
          </p:cNvSpPr>
          <p:nvPr>
            <p:ph type="pic" sz="quarter" idx="32"/>
          </p:nvPr>
        </p:nvSpPr>
        <p:spPr>
          <a:xfrm>
            <a:off x="6206867" y="2546494"/>
            <a:ext cx="2584800" cy="2391779"/>
          </a:xfrm>
          <a:prstGeom prst="rect">
            <a:avLst/>
          </a:prstGeom>
        </p:spPr>
        <p:txBody>
          <a:bodyPr/>
          <a:lstStyle/>
          <a:p>
            <a:endParaRPr lang="ru-RU"/>
          </a:p>
        </p:txBody>
      </p:sp>
      <p:cxnSp>
        <p:nvCxnSpPr>
          <p:cNvPr id="20" name="Straight Connector 19">
            <a:extLst>
              <a:ext uri="{FF2B5EF4-FFF2-40B4-BE49-F238E27FC236}">
                <a16:creationId xmlns:a16="http://schemas.microsoft.com/office/drawing/2014/main" id="{33DBCA49-2473-2413-3F5D-0CC2877C6751}"/>
              </a:ext>
            </a:extLst>
          </p:cNvPr>
          <p:cNvCxnSpPr>
            <a:cxnSpLocks/>
          </p:cNvCxnSpPr>
          <p:nvPr userDrawn="1"/>
        </p:nvCxnSpPr>
        <p:spPr>
          <a:xfrm flipH="1">
            <a:off x="6208725"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1" name="Text Placeholder 3">
            <a:extLst>
              <a:ext uri="{FF2B5EF4-FFF2-40B4-BE49-F238E27FC236}">
                <a16:creationId xmlns:a16="http://schemas.microsoft.com/office/drawing/2014/main" id="{EFAD6DC4-FAD5-74AD-50A9-A313A724C386}"/>
              </a:ext>
            </a:extLst>
          </p:cNvPr>
          <p:cNvSpPr>
            <a:spLocks noGrp="1"/>
          </p:cNvSpPr>
          <p:nvPr>
            <p:ph type="body" idx="33" hasCustomPrompt="1"/>
            <p:custDataLst>
              <p:tags r:id="rId8"/>
            </p:custDataLst>
          </p:nvPr>
        </p:nvSpPr>
        <p:spPr>
          <a:xfrm>
            <a:off x="6208725" y="5952465"/>
            <a:ext cx="2584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Subtitle Placeholder 4">
            <a:extLst>
              <a:ext uri="{FF2B5EF4-FFF2-40B4-BE49-F238E27FC236}">
                <a16:creationId xmlns:a16="http://schemas.microsoft.com/office/drawing/2014/main" id="{AD228400-2AC3-FD3C-C60C-E5A134716E8E}"/>
              </a:ext>
            </a:extLst>
          </p:cNvPr>
          <p:cNvSpPr>
            <a:spLocks noGrp="1"/>
          </p:cNvSpPr>
          <p:nvPr>
            <p:ph type="body" idx="34" hasCustomPrompt="1"/>
            <p:custDataLst>
              <p:tags r:id="rId9"/>
            </p:custDataLst>
          </p:nvPr>
        </p:nvSpPr>
        <p:spPr>
          <a:xfrm>
            <a:off x="9019143" y="5524743"/>
            <a:ext cx="2584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7" name="Picture Placeholder 19">
            <a:extLst>
              <a:ext uri="{FF2B5EF4-FFF2-40B4-BE49-F238E27FC236}">
                <a16:creationId xmlns:a16="http://schemas.microsoft.com/office/drawing/2014/main" id="{39FD4813-7F42-F76B-8F00-9C13658501CE}"/>
              </a:ext>
            </a:extLst>
          </p:cNvPr>
          <p:cNvSpPr>
            <a:spLocks noGrp="1"/>
          </p:cNvSpPr>
          <p:nvPr>
            <p:ph type="pic" sz="quarter" idx="35"/>
          </p:nvPr>
        </p:nvSpPr>
        <p:spPr>
          <a:xfrm>
            <a:off x="9017285" y="2546494"/>
            <a:ext cx="2584800" cy="2391779"/>
          </a:xfrm>
          <a:prstGeom prst="rect">
            <a:avLst/>
          </a:prstGeom>
        </p:spPr>
        <p:txBody>
          <a:bodyPr/>
          <a:lstStyle/>
          <a:p>
            <a:endParaRPr lang="ru-RU"/>
          </a:p>
        </p:txBody>
      </p:sp>
      <p:cxnSp>
        <p:nvCxnSpPr>
          <p:cNvPr id="9" name="Straight Connector 8">
            <a:extLst>
              <a:ext uri="{FF2B5EF4-FFF2-40B4-BE49-F238E27FC236}">
                <a16:creationId xmlns:a16="http://schemas.microsoft.com/office/drawing/2014/main" id="{13CC8DC1-5C8E-8921-45CF-7B60A53A8161}"/>
              </a:ext>
            </a:extLst>
          </p:cNvPr>
          <p:cNvCxnSpPr>
            <a:cxnSpLocks/>
          </p:cNvCxnSpPr>
          <p:nvPr userDrawn="1"/>
        </p:nvCxnSpPr>
        <p:spPr>
          <a:xfrm flipH="1">
            <a:off x="9019143"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3" name="Text Placeholder 4">
            <a:extLst>
              <a:ext uri="{FF2B5EF4-FFF2-40B4-BE49-F238E27FC236}">
                <a16:creationId xmlns:a16="http://schemas.microsoft.com/office/drawing/2014/main" id="{1DC53354-92CC-DA4D-DDCE-077673447307}"/>
              </a:ext>
            </a:extLst>
          </p:cNvPr>
          <p:cNvSpPr>
            <a:spLocks noGrp="1"/>
          </p:cNvSpPr>
          <p:nvPr>
            <p:ph type="body" idx="36" hasCustomPrompt="1"/>
            <p:custDataLst>
              <p:tags r:id="rId10"/>
            </p:custDataLst>
          </p:nvPr>
        </p:nvSpPr>
        <p:spPr>
          <a:xfrm>
            <a:off x="9019143" y="5952465"/>
            <a:ext cx="2584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18071553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V4">
    <p:bg>
      <p:bgPr>
        <a:solidFill>
          <a:schemeClr val="accent6"/>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BDE55B6-E496-B78E-C621-3DFE16DC69D2}"/>
              </a:ext>
            </a:extLst>
          </p:cNvPr>
          <p:cNvSpPr/>
          <p:nvPr userDrawn="1"/>
        </p:nvSpPr>
        <p:spPr>
          <a:xfrm>
            <a:off x="2" y="2325276"/>
            <a:ext cx="3395662" cy="45327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95588" y="5524743"/>
            <a:ext cx="25848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5" name="Picture Placeholder 19">
            <a:extLst>
              <a:ext uri="{FF2B5EF4-FFF2-40B4-BE49-F238E27FC236}">
                <a16:creationId xmlns:a16="http://schemas.microsoft.com/office/drawing/2014/main" id="{83BD5651-5D51-C342-D8A9-0C3EA464E739}"/>
              </a:ext>
            </a:extLst>
          </p:cNvPr>
          <p:cNvSpPr>
            <a:spLocks noGrp="1"/>
          </p:cNvSpPr>
          <p:nvPr>
            <p:ph type="pic" sz="quarter" idx="27"/>
          </p:nvPr>
        </p:nvSpPr>
        <p:spPr>
          <a:xfrm>
            <a:off x="593730" y="2546494"/>
            <a:ext cx="2586033" cy="2391779"/>
          </a:xfrm>
          <a:prstGeom prst="rect">
            <a:avLst/>
          </a:prstGeom>
        </p:spPr>
        <p:txBody>
          <a:bodyPr/>
          <a:lstStyle/>
          <a:p>
            <a:endParaRPr lang="ru-RU"/>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95588" y="5404821"/>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Ellipse">
            <a:extLst>
              <a:ext uri="{FF2B5EF4-FFF2-40B4-BE49-F238E27FC236}">
                <a16:creationId xmlns:a16="http://schemas.microsoft.com/office/drawing/2014/main" id="{A7507495-20CC-8AFC-4818-BC90DBFA16CC}"/>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BCE81CA1-2189-8FF4-3C09-B0997395B81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Ellipse">
            <a:extLst>
              <a:ext uri="{FF2B5EF4-FFF2-40B4-BE49-F238E27FC236}">
                <a16:creationId xmlns:a16="http://schemas.microsoft.com/office/drawing/2014/main" id="{343DB4FA-E54C-B370-38D1-9741B7B46AB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99B3230B-563F-C70F-EE91-804D65C774BC}"/>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Description Placeholder">
            <a:extLst>
              <a:ext uri="{FF2B5EF4-FFF2-40B4-BE49-F238E27FC236}">
                <a16:creationId xmlns:a16="http://schemas.microsoft.com/office/drawing/2014/main" id="{FDAB4BF0-E898-7DC0-0D35-E6CFDAC0F9CA}"/>
              </a:ext>
            </a:extLst>
          </p:cNvPr>
          <p:cNvSpPr>
            <a:spLocks noGrp="1"/>
          </p:cNvSpPr>
          <p:nvPr>
            <p:ph type="body" idx="24" hasCustomPrompt="1"/>
            <p:custDataLst>
              <p:tags r:id="rId3"/>
            </p:custDataLst>
          </p:nvPr>
        </p:nvSpPr>
        <p:spPr>
          <a:xfrm>
            <a:off x="595588" y="5952465"/>
            <a:ext cx="2584800" cy="290520"/>
          </a:xfrm>
        </p:spPr>
        <p:txBody>
          <a:bodyPr lIns="0" tIns="72000" rIns="0" bIns="0" anchor="t" anchorCtr="0">
            <a:sp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4" name="Title Placeholder">
            <a:extLst>
              <a:ext uri="{FF2B5EF4-FFF2-40B4-BE49-F238E27FC236}">
                <a16:creationId xmlns:a16="http://schemas.microsoft.com/office/drawing/2014/main" id="{00AA1F6F-51D1-847B-79E6-9670F88FEC2D}"/>
              </a:ext>
            </a:extLst>
          </p:cNvPr>
          <p:cNvSpPr>
            <a:spLocks noGrp="1"/>
          </p:cNvSpPr>
          <p:nvPr>
            <p:ph type="title" hasCustomPrompt="1"/>
            <p:custDataLst>
              <p:tags r:id="rId4"/>
            </p:custDataLst>
          </p:nvPr>
        </p:nvSpPr>
        <p:spPr>
          <a:xfrm>
            <a:off x="587376" y="1334799"/>
            <a:ext cx="353232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8" name="Subtitle Placeholder">
            <a:extLst>
              <a:ext uri="{FF2B5EF4-FFF2-40B4-BE49-F238E27FC236}">
                <a16:creationId xmlns:a16="http://schemas.microsoft.com/office/drawing/2014/main" id="{C2F9A16E-4660-FDE7-034C-697DE439ED27}"/>
              </a:ext>
            </a:extLst>
          </p:cNvPr>
          <p:cNvSpPr>
            <a:spLocks noGrp="1"/>
          </p:cNvSpPr>
          <p:nvPr>
            <p:ph type="body" idx="28" hasCustomPrompt="1"/>
            <p:custDataLst>
              <p:tags r:id="rId5"/>
            </p:custDataLst>
          </p:nvPr>
        </p:nvSpPr>
        <p:spPr>
          <a:xfrm>
            <a:off x="9549358" y="5229224"/>
            <a:ext cx="2055600"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Picture Placeholder 19">
            <a:extLst>
              <a:ext uri="{FF2B5EF4-FFF2-40B4-BE49-F238E27FC236}">
                <a16:creationId xmlns:a16="http://schemas.microsoft.com/office/drawing/2014/main" id="{7B028427-24BF-D7B3-79F3-8BE98FCA0D3D}"/>
              </a:ext>
            </a:extLst>
          </p:cNvPr>
          <p:cNvSpPr>
            <a:spLocks noGrp="1"/>
          </p:cNvSpPr>
          <p:nvPr>
            <p:ph type="pic" sz="quarter" idx="29"/>
          </p:nvPr>
        </p:nvSpPr>
        <p:spPr>
          <a:xfrm>
            <a:off x="8086498" y="4833800"/>
            <a:ext cx="1440000" cy="1440000"/>
          </a:xfrm>
          <a:prstGeom prst="rect">
            <a:avLst/>
          </a:prstGeom>
        </p:spPr>
        <p:txBody>
          <a:bodyPr/>
          <a:lstStyle/>
          <a:p>
            <a:endParaRPr lang="ru-RU"/>
          </a:p>
        </p:txBody>
      </p:sp>
      <p:sp>
        <p:nvSpPr>
          <p:cNvPr id="17" name="Description Placeholder">
            <a:extLst>
              <a:ext uri="{FF2B5EF4-FFF2-40B4-BE49-F238E27FC236}">
                <a16:creationId xmlns:a16="http://schemas.microsoft.com/office/drawing/2014/main" id="{3DD5A016-B6AE-AA12-385C-9EE488ACFE26}"/>
              </a:ext>
            </a:extLst>
          </p:cNvPr>
          <p:cNvSpPr>
            <a:spLocks noGrp="1"/>
          </p:cNvSpPr>
          <p:nvPr>
            <p:ph type="body" idx="30" hasCustomPrompt="1"/>
            <p:custDataLst>
              <p:tags r:id="rId6"/>
            </p:custDataLst>
          </p:nvPr>
        </p:nvSpPr>
        <p:spPr>
          <a:xfrm>
            <a:off x="9549358" y="5513843"/>
            <a:ext cx="2055600" cy="530585"/>
          </a:xfrm>
        </p:spPr>
        <p:txBody>
          <a:bodyPr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8" name="Subtitle Placeholder">
            <a:extLst>
              <a:ext uri="{FF2B5EF4-FFF2-40B4-BE49-F238E27FC236}">
                <a16:creationId xmlns:a16="http://schemas.microsoft.com/office/drawing/2014/main" id="{3E5E2515-8B4A-CB63-6E93-DF103D1BD1E0}"/>
              </a:ext>
            </a:extLst>
          </p:cNvPr>
          <p:cNvSpPr>
            <a:spLocks noGrp="1"/>
          </p:cNvSpPr>
          <p:nvPr>
            <p:ph type="body" idx="31" hasCustomPrompt="1"/>
            <p:custDataLst>
              <p:tags r:id="rId7"/>
            </p:custDataLst>
          </p:nvPr>
        </p:nvSpPr>
        <p:spPr>
          <a:xfrm>
            <a:off x="9549358" y="1705388"/>
            <a:ext cx="2055268"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9" name="Picture Placeholder 19">
            <a:extLst>
              <a:ext uri="{FF2B5EF4-FFF2-40B4-BE49-F238E27FC236}">
                <a16:creationId xmlns:a16="http://schemas.microsoft.com/office/drawing/2014/main" id="{49B1C393-1DCC-3D6F-924E-80FF2284062F}"/>
              </a:ext>
            </a:extLst>
          </p:cNvPr>
          <p:cNvSpPr>
            <a:spLocks noGrp="1"/>
          </p:cNvSpPr>
          <p:nvPr>
            <p:ph type="pic" sz="quarter" idx="32"/>
          </p:nvPr>
        </p:nvSpPr>
        <p:spPr>
          <a:xfrm>
            <a:off x="8086498" y="1309964"/>
            <a:ext cx="1440000" cy="1440000"/>
          </a:xfrm>
          <a:prstGeom prst="rect">
            <a:avLst/>
          </a:prstGeom>
        </p:spPr>
        <p:txBody>
          <a:bodyPr/>
          <a:lstStyle/>
          <a:p>
            <a:endParaRPr lang="ru-RU"/>
          </a:p>
        </p:txBody>
      </p:sp>
      <p:sp>
        <p:nvSpPr>
          <p:cNvPr id="21" name="Description Placeholder">
            <a:extLst>
              <a:ext uri="{FF2B5EF4-FFF2-40B4-BE49-F238E27FC236}">
                <a16:creationId xmlns:a16="http://schemas.microsoft.com/office/drawing/2014/main" id="{EFAD6DC4-FAD5-74AD-50A9-A313A724C386}"/>
              </a:ext>
            </a:extLst>
          </p:cNvPr>
          <p:cNvSpPr>
            <a:spLocks noGrp="1"/>
          </p:cNvSpPr>
          <p:nvPr>
            <p:ph type="body" idx="33" hasCustomPrompt="1"/>
            <p:custDataLst>
              <p:tags r:id="rId8"/>
            </p:custDataLst>
          </p:nvPr>
        </p:nvSpPr>
        <p:spPr>
          <a:xfrm>
            <a:off x="9549358" y="1990007"/>
            <a:ext cx="2055268" cy="530585"/>
          </a:xfrm>
        </p:spPr>
        <p:txBody>
          <a:bodyPr wrap="square"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Subtitle Placeholder">
            <a:extLst>
              <a:ext uri="{FF2B5EF4-FFF2-40B4-BE49-F238E27FC236}">
                <a16:creationId xmlns:a16="http://schemas.microsoft.com/office/drawing/2014/main" id="{AD228400-2AC3-FD3C-C60C-E5A134716E8E}"/>
              </a:ext>
            </a:extLst>
          </p:cNvPr>
          <p:cNvSpPr>
            <a:spLocks noGrp="1"/>
          </p:cNvSpPr>
          <p:nvPr>
            <p:ph type="body" idx="34" hasCustomPrompt="1"/>
            <p:custDataLst>
              <p:tags r:id="rId9"/>
            </p:custDataLst>
          </p:nvPr>
        </p:nvSpPr>
        <p:spPr>
          <a:xfrm>
            <a:off x="9549358" y="3467306"/>
            <a:ext cx="2055600"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Picture Placeholder 19">
            <a:extLst>
              <a:ext uri="{FF2B5EF4-FFF2-40B4-BE49-F238E27FC236}">
                <a16:creationId xmlns:a16="http://schemas.microsoft.com/office/drawing/2014/main" id="{39FD4813-7F42-F76B-8F00-9C13658501CE}"/>
              </a:ext>
            </a:extLst>
          </p:cNvPr>
          <p:cNvSpPr>
            <a:spLocks noGrp="1"/>
          </p:cNvSpPr>
          <p:nvPr>
            <p:ph type="pic" sz="quarter" idx="35"/>
          </p:nvPr>
        </p:nvSpPr>
        <p:spPr>
          <a:xfrm>
            <a:off x="8086498" y="3071882"/>
            <a:ext cx="1440000" cy="1440000"/>
          </a:xfrm>
          <a:prstGeom prst="rect">
            <a:avLst/>
          </a:prstGeom>
        </p:spPr>
        <p:txBody>
          <a:bodyPr/>
          <a:lstStyle/>
          <a:p>
            <a:endParaRPr lang="ru-RU"/>
          </a:p>
        </p:txBody>
      </p:sp>
      <p:sp>
        <p:nvSpPr>
          <p:cNvPr id="23" name="Description Placeholder">
            <a:extLst>
              <a:ext uri="{FF2B5EF4-FFF2-40B4-BE49-F238E27FC236}">
                <a16:creationId xmlns:a16="http://schemas.microsoft.com/office/drawing/2014/main" id="{1DC53354-92CC-DA4D-DDCE-077673447307}"/>
              </a:ext>
            </a:extLst>
          </p:cNvPr>
          <p:cNvSpPr>
            <a:spLocks noGrp="1"/>
          </p:cNvSpPr>
          <p:nvPr>
            <p:ph type="body" idx="36" hasCustomPrompt="1"/>
            <p:custDataLst>
              <p:tags r:id="rId10"/>
            </p:custDataLst>
          </p:nvPr>
        </p:nvSpPr>
        <p:spPr>
          <a:xfrm>
            <a:off x="9549358" y="3751925"/>
            <a:ext cx="2055600" cy="530585"/>
          </a:xfrm>
        </p:spPr>
        <p:txBody>
          <a:bodyPr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4" name="Subtitle Placeholder">
            <a:extLst>
              <a:ext uri="{FF2B5EF4-FFF2-40B4-BE49-F238E27FC236}">
                <a16:creationId xmlns:a16="http://schemas.microsoft.com/office/drawing/2014/main" id="{7B61A5D7-EDEC-5D50-414B-1292AEB87A26}"/>
              </a:ext>
            </a:extLst>
          </p:cNvPr>
          <p:cNvSpPr>
            <a:spLocks noGrp="1"/>
          </p:cNvSpPr>
          <p:nvPr>
            <p:ph type="body" idx="37" hasCustomPrompt="1"/>
            <p:custDataLst>
              <p:tags r:id="rId11"/>
            </p:custDataLst>
          </p:nvPr>
        </p:nvSpPr>
        <p:spPr>
          <a:xfrm>
            <a:off x="5806893" y="5229224"/>
            <a:ext cx="2055600"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5" name="Picture Placeholder 19">
            <a:extLst>
              <a:ext uri="{FF2B5EF4-FFF2-40B4-BE49-F238E27FC236}">
                <a16:creationId xmlns:a16="http://schemas.microsoft.com/office/drawing/2014/main" id="{DF2086B1-0E48-2036-4D4A-0FAA533AAFDA}"/>
              </a:ext>
            </a:extLst>
          </p:cNvPr>
          <p:cNvSpPr>
            <a:spLocks noGrp="1"/>
          </p:cNvSpPr>
          <p:nvPr>
            <p:ph type="pic" sz="quarter" idx="38"/>
          </p:nvPr>
        </p:nvSpPr>
        <p:spPr>
          <a:xfrm>
            <a:off x="4344033" y="4833800"/>
            <a:ext cx="1440000" cy="1440000"/>
          </a:xfrm>
          <a:prstGeom prst="rect">
            <a:avLst/>
          </a:prstGeom>
        </p:spPr>
        <p:txBody>
          <a:bodyPr/>
          <a:lstStyle/>
          <a:p>
            <a:endParaRPr lang="ru-RU"/>
          </a:p>
        </p:txBody>
      </p:sp>
      <p:sp>
        <p:nvSpPr>
          <p:cNvPr id="26" name="Description Placeholder">
            <a:extLst>
              <a:ext uri="{FF2B5EF4-FFF2-40B4-BE49-F238E27FC236}">
                <a16:creationId xmlns:a16="http://schemas.microsoft.com/office/drawing/2014/main" id="{6212C9F2-E5DB-6618-6ABD-DDF5EBFEA8DB}"/>
              </a:ext>
            </a:extLst>
          </p:cNvPr>
          <p:cNvSpPr>
            <a:spLocks noGrp="1"/>
          </p:cNvSpPr>
          <p:nvPr>
            <p:ph type="body" idx="39" hasCustomPrompt="1"/>
            <p:custDataLst>
              <p:tags r:id="rId12"/>
            </p:custDataLst>
          </p:nvPr>
        </p:nvSpPr>
        <p:spPr>
          <a:xfrm>
            <a:off x="5806893" y="5513843"/>
            <a:ext cx="2055600" cy="530585"/>
          </a:xfrm>
        </p:spPr>
        <p:txBody>
          <a:bodyPr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7" name="Subtitle Placeholder">
            <a:extLst>
              <a:ext uri="{FF2B5EF4-FFF2-40B4-BE49-F238E27FC236}">
                <a16:creationId xmlns:a16="http://schemas.microsoft.com/office/drawing/2014/main" id="{36BF43CD-613C-9379-00B1-BAD76F193B84}"/>
              </a:ext>
            </a:extLst>
          </p:cNvPr>
          <p:cNvSpPr>
            <a:spLocks noGrp="1"/>
          </p:cNvSpPr>
          <p:nvPr>
            <p:ph type="body" idx="40" hasCustomPrompt="1"/>
            <p:custDataLst>
              <p:tags r:id="rId13"/>
            </p:custDataLst>
          </p:nvPr>
        </p:nvSpPr>
        <p:spPr>
          <a:xfrm>
            <a:off x="5806893" y="1705388"/>
            <a:ext cx="2055268"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8" name="Picture Placeholder 19">
            <a:extLst>
              <a:ext uri="{FF2B5EF4-FFF2-40B4-BE49-F238E27FC236}">
                <a16:creationId xmlns:a16="http://schemas.microsoft.com/office/drawing/2014/main" id="{A6B4A04E-B165-2E0B-1688-DFC0ACC650E5}"/>
              </a:ext>
            </a:extLst>
          </p:cNvPr>
          <p:cNvSpPr>
            <a:spLocks noGrp="1"/>
          </p:cNvSpPr>
          <p:nvPr>
            <p:ph type="pic" sz="quarter" idx="41"/>
          </p:nvPr>
        </p:nvSpPr>
        <p:spPr>
          <a:xfrm>
            <a:off x="4344033" y="1309964"/>
            <a:ext cx="1440000" cy="1440000"/>
          </a:xfrm>
          <a:prstGeom prst="rect">
            <a:avLst/>
          </a:prstGeom>
        </p:spPr>
        <p:txBody>
          <a:bodyPr/>
          <a:lstStyle/>
          <a:p>
            <a:endParaRPr lang="ru-RU"/>
          </a:p>
        </p:txBody>
      </p:sp>
      <p:sp>
        <p:nvSpPr>
          <p:cNvPr id="29" name="Description Placeholder">
            <a:extLst>
              <a:ext uri="{FF2B5EF4-FFF2-40B4-BE49-F238E27FC236}">
                <a16:creationId xmlns:a16="http://schemas.microsoft.com/office/drawing/2014/main" id="{D5AB7123-50EF-F4D5-8FC1-2F2068AA7453}"/>
              </a:ext>
            </a:extLst>
          </p:cNvPr>
          <p:cNvSpPr>
            <a:spLocks noGrp="1"/>
          </p:cNvSpPr>
          <p:nvPr>
            <p:ph type="body" idx="42" hasCustomPrompt="1"/>
            <p:custDataLst>
              <p:tags r:id="rId14"/>
            </p:custDataLst>
          </p:nvPr>
        </p:nvSpPr>
        <p:spPr>
          <a:xfrm>
            <a:off x="5806893" y="1990007"/>
            <a:ext cx="2055268" cy="530585"/>
          </a:xfrm>
        </p:spPr>
        <p:txBody>
          <a:bodyPr wrap="square"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0" name="Subtitle Placeholder">
            <a:extLst>
              <a:ext uri="{FF2B5EF4-FFF2-40B4-BE49-F238E27FC236}">
                <a16:creationId xmlns:a16="http://schemas.microsoft.com/office/drawing/2014/main" id="{5D8FCC74-28C2-0A5D-C55E-8F18B2C21D19}"/>
              </a:ext>
            </a:extLst>
          </p:cNvPr>
          <p:cNvSpPr>
            <a:spLocks noGrp="1"/>
          </p:cNvSpPr>
          <p:nvPr>
            <p:ph type="body" idx="43" hasCustomPrompt="1"/>
            <p:custDataLst>
              <p:tags r:id="rId15"/>
            </p:custDataLst>
          </p:nvPr>
        </p:nvSpPr>
        <p:spPr>
          <a:xfrm>
            <a:off x="5806893" y="3467306"/>
            <a:ext cx="2055600" cy="276999"/>
          </a:xfrm>
        </p:spPr>
        <p:txBody>
          <a:bodyPr wrap="square" lIns="14400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1" name="Picture Placeholder 19">
            <a:extLst>
              <a:ext uri="{FF2B5EF4-FFF2-40B4-BE49-F238E27FC236}">
                <a16:creationId xmlns:a16="http://schemas.microsoft.com/office/drawing/2014/main" id="{0462BE7D-64D3-1415-0218-F3B67A80D199}"/>
              </a:ext>
            </a:extLst>
          </p:cNvPr>
          <p:cNvSpPr>
            <a:spLocks noGrp="1"/>
          </p:cNvSpPr>
          <p:nvPr>
            <p:ph type="pic" sz="quarter" idx="44"/>
          </p:nvPr>
        </p:nvSpPr>
        <p:spPr>
          <a:xfrm>
            <a:off x="4344033" y="3071882"/>
            <a:ext cx="1440000" cy="1440000"/>
          </a:xfrm>
          <a:prstGeom prst="rect">
            <a:avLst/>
          </a:prstGeom>
        </p:spPr>
        <p:txBody>
          <a:bodyPr/>
          <a:lstStyle/>
          <a:p>
            <a:endParaRPr lang="ru-RU"/>
          </a:p>
        </p:txBody>
      </p:sp>
      <p:sp>
        <p:nvSpPr>
          <p:cNvPr id="32" name="Description Placeholder">
            <a:extLst>
              <a:ext uri="{FF2B5EF4-FFF2-40B4-BE49-F238E27FC236}">
                <a16:creationId xmlns:a16="http://schemas.microsoft.com/office/drawing/2014/main" id="{D9A9D9B4-7265-9D2C-68DF-832FE2F87418}"/>
              </a:ext>
            </a:extLst>
          </p:cNvPr>
          <p:cNvSpPr>
            <a:spLocks noGrp="1"/>
          </p:cNvSpPr>
          <p:nvPr>
            <p:ph type="body" idx="45" hasCustomPrompt="1"/>
            <p:custDataLst>
              <p:tags r:id="rId16"/>
            </p:custDataLst>
          </p:nvPr>
        </p:nvSpPr>
        <p:spPr>
          <a:xfrm>
            <a:off x="5806893" y="3751925"/>
            <a:ext cx="2055600" cy="530585"/>
          </a:xfrm>
        </p:spPr>
        <p:txBody>
          <a:bodyPr lIns="144000" tIns="72000" rIns="0" bIns="0" anchor="t" anchorCtr="0">
            <a:noAutofit/>
          </a:bodyPr>
          <a:lstStyle>
            <a:lvl1pPr marL="0" indent="0" algn="l">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14211252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4116387" y="1304925"/>
            <a:ext cx="8075613" cy="5553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 name="Title Placeholder">
            <a:extLst>
              <a:ext uri="{FF2B5EF4-FFF2-40B4-BE49-F238E27FC236}">
                <a16:creationId xmlns:a16="http://schemas.microsoft.com/office/drawing/2014/main" id="{255137B3-B9B0-FB09-E2A0-0F2819488162}"/>
              </a:ext>
            </a:extLst>
          </p:cNvPr>
          <p:cNvSpPr>
            <a:spLocks noGrp="1"/>
          </p:cNvSpPr>
          <p:nvPr>
            <p:ph type="title" hasCustomPrompt="1"/>
            <p:custDataLst>
              <p:tags r:id="rId2"/>
            </p:custDataLst>
          </p:nvPr>
        </p:nvSpPr>
        <p:spPr>
          <a:xfrm>
            <a:off x="587375" y="1304925"/>
            <a:ext cx="3529013" cy="1883593"/>
          </a:xfrm>
          <a:prstGeom prst="rect">
            <a:avLst/>
          </a:prstGeom>
        </p:spPr>
        <p:txBody>
          <a:bodyPr vert="horz" wrap="square" lIns="0" tIns="0" rIns="360000" bIns="0" rtlCol="0" anchor="t"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11" name="Content Placeholder 10">
            <a:extLst>
              <a:ext uri="{FF2B5EF4-FFF2-40B4-BE49-F238E27FC236}">
                <a16:creationId xmlns:a16="http://schemas.microsoft.com/office/drawing/2014/main" id="{9F460346-AF8C-1286-C9A1-86FD5AEA0C83}"/>
              </a:ext>
            </a:extLst>
          </p:cNvPr>
          <p:cNvSpPr>
            <a:spLocks noGrp="1"/>
          </p:cNvSpPr>
          <p:nvPr>
            <p:ph sz="quarter" idx="23"/>
          </p:nvPr>
        </p:nvSpPr>
        <p:spPr>
          <a:xfrm>
            <a:off x="4332287" y="1520924"/>
            <a:ext cx="7272337" cy="4752875"/>
          </a:xfrm>
        </p:spPr>
        <p:txBody>
          <a:bodyPr lIns="144000" tIns="144000" rIns="144000" bIns="0">
            <a:normAutofit/>
          </a:bodyPr>
          <a:lstStyle>
            <a:lvl1pPr marL="228600" indent="-228600">
              <a:buClr>
                <a:schemeClr val="tx1"/>
              </a:buClr>
              <a:buFont typeface="Wingdings" panose="05000000000000000000" pitchFamily="2" charset="2"/>
              <a:buChar char="§"/>
              <a:defRPr sz="1300"/>
            </a:lvl1pPr>
            <a:lvl2pPr marL="685800" indent="-228600">
              <a:buClr>
                <a:schemeClr val="tx1"/>
              </a:buClr>
              <a:buFont typeface="Wingdings" panose="05000000000000000000" pitchFamily="2" charset="2"/>
              <a:buChar char="§"/>
              <a:defRPr sz="1300"/>
            </a:lvl2pPr>
            <a:lvl3pPr marL="1143000" indent="-228600">
              <a:buClr>
                <a:schemeClr val="tx1"/>
              </a:buClr>
              <a:buFont typeface="Wingdings" panose="05000000000000000000" pitchFamily="2" charset="2"/>
              <a:buChar char="§"/>
              <a:defRPr sz="1300"/>
            </a:lvl3pPr>
            <a:lvl4pPr marL="1600200" indent="-228600">
              <a:buClr>
                <a:schemeClr val="tx1"/>
              </a:buClr>
              <a:buFont typeface="Wingdings" panose="05000000000000000000" pitchFamily="2" charset="2"/>
              <a:buChar char="§"/>
              <a:defRPr sz="1300"/>
            </a:lvl4pPr>
            <a:lvl5pPr marL="2057400" indent="-228600">
              <a:buClr>
                <a:schemeClr val="tx1"/>
              </a:buClr>
              <a:buFont typeface="Wingdings" panose="05000000000000000000" pitchFamily="2" charset="2"/>
              <a:buChar char="§"/>
              <a:defRPr sz="1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Tree>
    <p:extLst>
      <p:ext uri="{BB962C8B-B14F-4D97-AF65-F5344CB8AC3E}">
        <p14:creationId xmlns:p14="http://schemas.microsoft.com/office/powerpoint/2010/main" val="646406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estionS1V1">
    <p:bg>
      <p:bgPr>
        <a:solidFill>
          <a:schemeClr val="accent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4332287" y="1304925"/>
            <a:ext cx="7272338" cy="12810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add text</a:t>
            </a:r>
            <a:endParaRPr lang="ru-RU" dirty="0"/>
          </a:p>
        </p:txBody>
      </p:sp>
      <p:sp>
        <p:nvSpPr>
          <p:cNvPr id="3" name="Title Placeholder">
            <a:extLst>
              <a:ext uri="{FF2B5EF4-FFF2-40B4-BE49-F238E27FC236}">
                <a16:creationId xmlns:a16="http://schemas.microsoft.com/office/drawing/2014/main" id="{255137B3-B9B0-FB09-E2A0-0F2819488162}"/>
              </a:ext>
            </a:extLst>
          </p:cNvPr>
          <p:cNvSpPr>
            <a:spLocks noGrp="1"/>
          </p:cNvSpPr>
          <p:nvPr>
            <p:ph type="title" hasCustomPrompt="1"/>
            <p:custDataLst>
              <p:tags r:id="rId2"/>
            </p:custDataLst>
          </p:nvPr>
        </p:nvSpPr>
        <p:spPr>
          <a:xfrm>
            <a:off x="587375" y="1304925"/>
            <a:ext cx="3529013" cy="1883593"/>
          </a:xfrm>
          <a:prstGeom prst="rect">
            <a:avLst/>
          </a:prstGeom>
        </p:spPr>
        <p:txBody>
          <a:bodyPr vert="horz" wrap="square" lIns="0" tIns="0" rIns="360000" bIns="0" rtlCol="0" anchor="t"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6" name="Subtitle Placeholder">
            <a:extLst>
              <a:ext uri="{FF2B5EF4-FFF2-40B4-BE49-F238E27FC236}">
                <a16:creationId xmlns:a16="http://schemas.microsoft.com/office/drawing/2014/main" id="{D65D3E10-19C2-4571-F97C-263358025B56}"/>
              </a:ext>
            </a:extLst>
          </p:cNvPr>
          <p:cNvSpPr>
            <a:spLocks noGrp="1"/>
          </p:cNvSpPr>
          <p:nvPr>
            <p:ph type="body" idx="26" hasCustomPrompt="1"/>
            <p:custDataLst>
              <p:tags r:id="rId3"/>
            </p:custDataLst>
          </p:nvPr>
        </p:nvSpPr>
        <p:spPr>
          <a:xfrm>
            <a:off x="4332288" y="1304925"/>
            <a:ext cx="7272337" cy="1281029"/>
          </a:xfrm>
        </p:spPr>
        <p:txBody>
          <a:bodyPr wrap="square" lIns="360000" tIns="360000" rIns="360000" bIns="360000" anchor="ctr"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7" name="Rectangle 6">
            <a:extLst>
              <a:ext uri="{FF2B5EF4-FFF2-40B4-BE49-F238E27FC236}">
                <a16:creationId xmlns:a16="http://schemas.microsoft.com/office/drawing/2014/main" id="{0548FA40-E728-C632-FE15-888D441E71C9}"/>
              </a:ext>
            </a:extLst>
          </p:cNvPr>
          <p:cNvSpPr/>
          <p:nvPr userDrawn="1"/>
        </p:nvSpPr>
        <p:spPr>
          <a:xfrm>
            <a:off x="4332288" y="2801954"/>
            <a:ext cx="7272338" cy="34718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Text Placeholder">
            <a:extLst>
              <a:ext uri="{FF2B5EF4-FFF2-40B4-BE49-F238E27FC236}">
                <a16:creationId xmlns:a16="http://schemas.microsoft.com/office/drawing/2014/main" id="{BABB5144-94E4-AD9C-F25D-5E384D38B625}"/>
              </a:ext>
            </a:extLst>
          </p:cNvPr>
          <p:cNvSpPr>
            <a:spLocks noGrp="1"/>
          </p:cNvSpPr>
          <p:nvPr>
            <p:ph type="body" idx="25" hasCustomPrompt="1"/>
            <p:custDataLst>
              <p:tags r:id="rId4"/>
            </p:custDataLst>
          </p:nvPr>
        </p:nvSpPr>
        <p:spPr>
          <a:xfrm>
            <a:off x="4332288" y="2801954"/>
            <a:ext cx="7272000" cy="3470400"/>
          </a:xfrm>
        </p:spPr>
        <p:txBody>
          <a:bodyPr lIns="360000" tIns="360000" rIns="360000" bIns="36000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Tree>
    <p:extLst>
      <p:ext uri="{BB962C8B-B14F-4D97-AF65-F5344CB8AC3E}">
        <p14:creationId xmlns:p14="http://schemas.microsoft.com/office/powerpoint/2010/main" val="19769365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gNumbers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9536B666-301C-8470-8F35-AEBC417EA2C2}"/>
              </a:ext>
            </a:extLst>
          </p:cNvPr>
          <p:cNvSpPr>
            <a:spLocks noGrp="1"/>
          </p:cNvSpPr>
          <p:nvPr>
            <p:ph type="body" idx="25" hasCustomPrompt="1"/>
            <p:custDataLst>
              <p:tags r:id="rId3"/>
            </p:custDataLst>
          </p:nvPr>
        </p:nvSpPr>
        <p:spPr>
          <a:xfrm>
            <a:off x="587374" y="4989375"/>
            <a:ext cx="3529014" cy="1287134"/>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2">
            <a:extLst>
              <a:ext uri="{FF2B5EF4-FFF2-40B4-BE49-F238E27FC236}">
                <a16:creationId xmlns:a16="http://schemas.microsoft.com/office/drawing/2014/main" id="{9A4EA59F-AFC6-FCF3-BA1D-3CA06709A257}"/>
              </a:ext>
            </a:extLst>
          </p:cNvPr>
          <p:cNvSpPr>
            <a:spLocks noGrp="1"/>
          </p:cNvSpPr>
          <p:nvPr>
            <p:ph type="body" idx="29" hasCustomPrompt="1"/>
            <p:custDataLst>
              <p:tags r:id="rId4"/>
            </p:custDataLst>
          </p:nvPr>
        </p:nvSpPr>
        <p:spPr>
          <a:xfrm>
            <a:off x="4331197" y="4989374"/>
            <a:ext cx="3528000" cy="12888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1">
            <a:extLst>
              <a:ext uri="{FF2B5EF4-FFF2-40B4-BE49-F238E27FC236}">
                <a16:creationId xmlns:a16="http://schemas.microsoft.com/office/drawing/2014/main" id="{E9701C4B-0E71-EDFB-1E56-752518BF674F}"/>
              </a:ext>
            </a:extLst>
          </p:cNvPr>
          <p:cNvSpPr>
            <a:spLocks noGrp="1"/>
          </p:cNvSpPr>
          <p:nvPr>
            <p:ph type="body" idx="31" hasCustomPrompt="1"/>
            <p:custDataLst>
              <p:tags r:id="rId5"/>
            </p:custDataLst>
          </p:nvPr>
        </p:nvSpPr>
        <p:spPr>
          <a:xfrm>
            <a:off x="587374" y="4297918"/>
            <a:ext cx="3529014"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0" name="Straight Connector 9">
            <a:extLst>
              <a:ext uri="{FF2B5EF4-FFF2-40B4-BE49-F238E27FC236}">
                <a16:creationId xmlns:a16="http://schemas.microsoft.com/office/drawing/2014/main" id="{C66C2B33-7A87-059A-A104-A3F7D5919C6A}"/>
              </a:ext>
            </a:extLst>
          </p:cNvPr>
          <p:cNvCxnSpPr>
            <a:cxnSpLocks/>
          </p:cNvCxnSpPr>
          <p:nvPr userDrawn="1"/>
        </p:nvCxnSpPr>
        <p:spPr>
          <a:xfrm flipH="1">
            <a:off x="587374" y="4297918"/>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1" name="Subtitle Placeholder 2">
            <a:extLst>
              <a:ext uri="{FF2B5EF4-FFF2-40B4-BE49-F238E27FC236}">
                <a16:creationId xmlns:a16="http://schemas.microsoft.com/office/drawing/2014/main" id="{3F2C2523-7B2F-F846-77B0-F76AB80DACC0}"/>
              </a:ext>
            </a:extLst>
          </p:cNvPr>
          <p:cNvSpPr>
            <a:spLocks noGrp="1"/>
          </p:cNvSpPr>
          <p:nvPr>
            <p:ph type="body" idx="32" hasCustomPrompt="1"/>
            <p:custDataLst>
              <p:tags r:id="rId6"/>
            </p:custDataLst>
          </p:nvPr>
        </p:nvSpPr>
        <p:spPr>
          <a:xfrm>
            <a:off x="4331713" y="4297918"/>
            <a:ext cx="3528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2" name="Straight Connector 11">
            <a:extLst>
              <a:ext uri="{FF2B5EF4-FFF2-40B4-BE49-F238E27FC236}">
                <a16:creationId xmlns:a16="http://schemas.microsoft.com/office/drawing/2014/main" id="{530BC39A-9736-912F-D32A-A90190435874}"/>
              </a:ext>
            </a:extLst>
          </p:cNvPr>
          <p:cNvCxnSpPr>
            <a:cxnSpLocks/>
          </p:cNvCxnSpPr>
          <p:nvPr userDrawn="1"/>
        </p:nvCxnSpPr>
        <p:spPr>
          <a:xfrm flipH="1">
            <a:off x="4331713" y="4297918"/>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3" name="Text Placeholder 3">
            <a:extLst>
              <a:ext uri="{FF2B5EF4-FFF2-40B4-BE49-F238E27FC236}">
                <a16:creationId xmlns:a16="http://schemas.microsoft.com/office/drawing/2014/main" id="{4CA474BA-2531-A780-69CC-7A03DE13AB53}"/>
              </a:ext>
            </a:extLst>
          </p:cNvPr>
          <p:cNvSpPr>
            <a:spLocks noGrp="1"/>
          </p:cNvSpPr>
          <p:nvPr>
            <p:ph type="body" idx="33" hasCustomPrompt="1"/>
            <p:custDataLst>
              <p:tags r:id="rId7"/>
            </p:custDataLst>
          </p:nvPr>
        </p:nvSpPr>
        <p:spPr>
          <a:xfrm>
            <a:off x="8079603" y="4989374"/>
            <a:ext cx="3528000" cy="12888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4" name="Subtitle Placeholder 3">
            <a:extLst>
              <a:ext uri="{FF2B5EF4-FFF2-40B4-BE49-F238E27FC236}">
                <a16:creationId xmlns:a16="http://schemas.microsoft.com/office/drawing/2014/main" id="{DAB49A00-5127-861A-BFAD-2EE8F080C278}"/>
              </a:ext>
            </a:extLst>
          </p:cNvPr>
          <p:cNvSpPr>
            <a:spLocks noGrp="1"/>
          </p:cNvSpPr>
          <p:nvPr>
            <p:ph type="body" idx="34" hasCustomPrompt="1"/>
            <p:custDataLst>
              <p:tags r:id="rId8"/>
            </p:custDataLst>
          </p:nvPr>
        </p:nvSpPr>
        <p:spPr>
          <a:xfrm>
            <a:off x="8080119" y="4297918"/>
            <a:ext cx="3528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15" name="Straight Connector 14">
            <a:extLst>
              <a:ext uri="{FF2B5EF4-FFF2-40B4-BE49-F238E27FC236}">
                <a16:creationId xmlns:a16="http://schemas.microsoft.com/office/drawing/2014/main" id="{6D52CC40-C4AA-E7C3-D055-0F5215A25F9D}"/>
              </a:ext>
            </a:extLst>
          </p:cNvPr>
          <p:cNvCxnSpPr>
            <a:cxnSpLocks/>
          </p:cNvCxnSpPr>
          <p:nvPr userDrawn="1"/>
        </p:nvCxnSpPr>
        <p:spPr>
          <a:xfrm flipH="1">
            <a:off x="8080119" y="4297918"/>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6" name="Rectangle 15">
            <a:extLst>
              <a:ext uri="{FF2B5EF4-FFF2-40B4-BE49-F238E27FC236}">
                <a16:creationId xmlns:a16="http://schemas.microsoft.com/office/drawing/2014/main" id="{31ACA6F2-CFE4-149C-03B7-EB2F7B99D4AC}"/>
              </a:ext>
            </a:extLst>
          </p:cNvPr>
          <p:cNvSpPr/>
          <p:nvPr userDrawn="1"/>
        </p:nvSpPr>
        <p:spPr>
          <a:xfrm>
            <a:off x="587375" y="2502044"/>
            <a:ext cx="3524400" cy="13890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ectangle 16">
            <a:extLst>
              <a:ext uri="{FF2B5EF4-FFF2-40B4-BE49-F238E27FC236}">
                <a16:creationId xmlns:a16="http://schemas.microsoft.com/office/drawing/2014/main" id="{06751655-8E5F-E763-6542-9540102D3CC1}"/>
              </a:ext>
            </a:extLst>
          </p:cNvPr>
          <p:cNvSpPr/>
          <p:nvPr userDrawn="1"/>
        </p:nvSpPr>
        <p:spPr>
          <a:xfrm>
            <a:off x="4334975" y="2502044"/>
            <a:ext cx="3524400" cy="1389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ectangle 17">
            <a:extLst>
              <a:ext uri="{FF2B5EF4-FFF2-40B4-BE49-F238E27FC236}">
                <a16:creationId xmlns:a16="http://schemas.microsoft.com/office/drawing/2014/main" id="{E4543C40-98C1-4F14-3F22-EFE0067A9714}"/>
              </a:ext>
            </a:extLst>
          </p:cNvPr>
          <p:cNvSpPr/>
          <p:nvPr userDrawn="1"/>
        </p:nvSpPr>
        <p:spPr>
          <a:xfrm>
            <a:off x="8082575" y="2502044"/>
            <a:ext cx="3524400" cy="1389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Large Number Placeholder">
            <a:extLst>
              <a:ext uri="{FF2B5EF4-FFF2-40B4-BE49-F238E27FC236}">
                <a16:creationId xmlns:a16="http://schemas.microsoft.com/office/drawing/2014/main" id="{72268ACB-7500-BE5E-26A6-CF1B6D85E3A4}"/>
              </a:ext>
            </a:extLst>
          </p:cNvPr>
          <p:cNvSpPr>
            <a:spLocks noGrp="1"/>
          </p:cNvSpPr>
          <p:nvPr>
            <p:ph type="body" idx="35" hasCustomPrompt="1"/>
            <p:custDataLst>
              <p:tags r:id="rId9"/>
            </p:custDataLst>
          </p:nvPr>
        </p:nvSpPr>
        <p:spPr>
          <a:xfrm>
            <a:off x="587375" y="2811834"/>
            <a:ext cx="3524400" cy="769441"/>
          </a:xfrm>
        </p:spPr>
        <p:txBody>
          <a:bodyPr lIns="216000" tIns="0" rIns="216000" bIns="0" anchor="ctr" anchorCtr="0">
            <a:spAutoFit/>
          </a:bodyPr>
          <a:lstStyle>
            <a:lvl1pPr marL="0" indent="0" algn="ctr">
              <a:spcBef>
                <a:spcPts val="0"/>
              </a:spcBef>
              <a:buNone/>
              <a:defRPr sz="5000" b="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0" name="Medium Number Placeholder">
            <a:extLst>
              <a:ext uri="{FF2B5EF4-FFF2-40B4-BE49-F238E27FC236}">
                <a16:creationId xmlns:a16="http://schemas.microsoft.com/office/drawing/2014/main" id="{9CF04B96-672D-9A7C-67B1-DE7FACF323DE}"/>
              </a:ext>
            </a:extLst>
          </p:cNvPr>
          <p:cNvSpPr>
            <a:spLocks noGrp="1"/>
          </p:cNvSpPr>
          <p:nvPr>
            <p:ph type="body" idx="36" hasCustomPrompt="1"/>
            <p:custDataLst>
              <p:tags r:id="rId10"/>
            </p:custDataLst>
          </p:nvPr>
        </p:nvSpPr>
        <p:spPr>
          <a:xfrm>
            <a:off x="4334975" y="2888778"/>
            <a:ext cx="3524400" cy="615553"/>
          </a:xfrm>
        </p:spPr>
        <p:txBody>
          <a:bodyPr lIns="216000" tIns="0" rIns="216000" bIns="0" anchor="ctr" anchorCtr="0">
            <a:spAutoFit/>
          </a:bodyPr>
          <a:lstStyle>
            <a:lvl1pPr marL="0" indent="0" algn="ctr">
              <a:spcBef>
                <a:spcPts val="0"/>
              </a:spcBef>
              <a:buNone/>
              <a:defRPr sz="4000" b="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2" name="Small Number Placeholder">
            <a:extLst>
              <a:ext uri="{FF2B5EF4-FFF2-40B4-BE49-F238E27FC236}">
                <a16:creationId xmlns:a16="http://schemas.microsoft.com/office/drawing/2014/main" id="{B235A0E3-3017-7018-2B12-B204F03EAD5A}"/>
              </a:ext>
            </a:extLst>
          </p:cNvPr>
          <p:cNvSpPr>
            <a:spLocks noGrp="1"/>
          </p:cNvSpPr>
          <p:nvPr>
            <p:ph type="body" idx="37" hasCustomPrompt="1"/>
            <p:custDataLst>
              <p:tags r:id="rId11"/>
            </p:custDataLst>
          </p:nvPr>
        </p:nvSpPr>
        <p:spPr>
          <a:xfrm>
            <a:off x="8082575" y="2965722"/>
            <a:ext cx="3524400" cy="461665"/>
          </a:xfrm>
        </p:spPr>
        <p:txBody>
          <a:bodyPr lIns="216000" tIns="0" rIns="216000" bIns="0" anchor="ctr" anchorCtr="0">
            <a:spAutoFit/>
          </a:bodyPr>
          <a:lstStyle>
            <a:lvl1pPr marL="0" indent="0" algn="ctr">
              <a:spcBef>
                <a:spcPts val="0"/>
              </a:spcBef>
              <a:buNone/>
              <a:defRPr sz="3000" b="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Tree>
    <p:extLst>
      <p:ext uri="{BB962C8B-B14F-4D97-AF65-F5344CB8AC3E}">
        <p14:creationId xmlns:p14="http://schemas.microsoft.com/office/powerpoint/2010/main" val="31177467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gNumbersV2">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 Placeholder 1">
            <a:extLst>
              <a:ext uri="{FF2B5EF4-FFF2-40B4-BE49-F238E27FC236}">
                <a16:creationId xmlns:a16="http://schemas.microsoft.com/office/drawing/2014/main" id="{9A4EA59F-AFC6-FCF3-BA1D-3CA06709A257}"/>
              </a:ext>
            </a:extLst>
          </p:cNvPr>
          <p:cNvSpPr>
            <a:spLocks noGrp="1"/>
          </p:cNvSpPr>
          <p:nvPr>
            <p:ph type="body" idx="29" hasCustomPrompt="1"/>
            <p:custDataLst>
              <p:tags r:id="rId3"/>
            </p:custDataLst>
          </p:nvPr>
        </p:nvSpPr>
        <p:spPr>
          <a:xfrm>
            <a:off x="6203949" y="2642806"/>
            <a:ext cx="5400675" cy="8064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1" name="Subtitle Placeholder 1">
            <a:extLst>
              <a:ext uri="{FF2B5EF4-FFF2-40B4-BE49-F238E27FC236}">
                <a16:creationId xmlns:a16="http://schemas.microsoft.com/office/drawing/2014/main" id="{3F2C2523-7B2F-F846-77B0-F76AB80DACC0}"/>
              </a:ext>
            </a:extLst>
          </p:cNvPr>
          <p:cNvSpPr>
            <a:spLocks noGrp="1"/>
          </p:cNvSpPr>
          <p:nvPr>
            <p:ph type="body" idx="32" hasCustomPrompt="1"/>
            <p:custDataLst>
              <p:tags r:id="rId4"/>
            </p:custDataLst>
          </p:nvPr>
        </p:nvSpPr>
        <p:spPr>
          <a:xfrm>
            <a:off x="6203949" y="2340902"/>
            <a:ext cx="5392143" cy="276999"/>
          </a:xfrm>
        </p:spPr>
        <p:txBody>
          <a:bodyPr wrap="square" lIns="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6" name="Ellipse">
            <a:extLst>
              <a:ext uri="{FF2B5EF4-FFF2-40B4-BE49-F238E27FC236}">
                <a16:creationId xmlns:a16="http://schemas.microsoft.com/office/drawing/2014/main" id="{681EF4B3-32D4-5F23-1516-E73809024984}"/>
              </a:ext>
            </a:extLst>
          </p:cNvPr>
          <p:cNvSpPr/>
          <p:nvPr userDrawn="1"/>
        </p:nvSpPr>
        <p:spPr>
          <a:xfrm>
            <a:off x="595908" y="2212866"/>
            <a:ext cx="4716977" cy="4068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Ellipse">
            <a:extLst>
              <a:ext uri="{FF2B5EF4-FFF2-40B4-BE49-F238E27FC236}">
                <a16:creationId xmlns:a16="http://schemas.microsoft.com/office/drawing/2014/main" id="{2353AC04-F847-6664-3F21-39B4F5C90FC5}"/>
              </a:ext>
            </a:extLst>
          </p:cNvPr>
          <p:cNvSpPr/>
          <p:nvPr userDrawn="1"/>
        </p:nvSpPr>
        <p:spPr>
          <a:xfrm>
            <a:off x="1158750" y="3571714"/>
            <a:ext cx="3591292" cy="270984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6"/>
              </a:solidFill>
            </a:endParaRPr>
          </a:p>
        </p:txBody>
      </p:sp>
      <p:sp>
        <p:nvSpPr>
          <p:cNvPr id="23" name="Ellipse">
            <a:extLst>
              <a:ext uri="{FF2B5EF4-FFF2-40B4-BE49-F238E27FC236}">
                <a16:creationId xmlns:a16="http://schemas.microsoft.com/office/drawing/2014/main" id="{04E8B656-834D-AF1A-5F65-7F0473D0FC27}"/>
              </a:ext>
            </a:extLst>
          </p:cNvPr>
          <p:cNvSpPr/>
          <p:nvPr userDrawn="1"/>
        </p:nvSpPr>
        <p:spPr>
          <a:xfrm>
            <a:off x="1754220" y="4474995"/>
            <a:ext cx="2394194" cy="18065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Large Number Placeholder">
            <a:extLst>
              <a:ext uri="{FF2B5EF4-FFF2-40B4-BE49-F238E27FC236}">
                <a16:creationId xmlns:a16="http://schemas.microsoft.com/office/drawing/2014/main" id="{72268ACB-7500-BE5E-26A6-CF1B6D85E3A4}"/>
              </a:ext>
            </a:extLst>
          </p:cNvPr>
          <p:cNvSpPr>
            <a:spLocks noGrp="1"/>
          </p:cNvSpPr>
          <p:nvPr>
            <p:ph type="body" idx="35" hasCustomPrompt="1"/>
            <p:custDataLst>
              <p:tags r:id="rId5"/>
            </p:custDataLst>
          </p:nvPr>
        </p:nvSpPr>
        <p:spPr>
          <a:xfrm>
            <a:off x="1189117" y="2517730"/>
            <a:ext cx="3524400" cy="769441"/>
          </a:xfrm>
        </p:spPr>
        <p:txBody>
          <a:bodyPr wrap="square" lIns="216000" tIns="0" rIns="216000" bIns="0" anchor="ctr" anchorCtr="0">
            <a:spAutoFit/>
          </a:bodyPr>
          <a:lstStyle>
            <a:lvl1pPr marL="0" indent="0" algn="ctr">
              <a:spcBef>
                <a:spcPts val="0"/>
              </a:spcBef>
              <a:buNone/>
              <a:defRPr sz="5000" b="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0" name="Medium Number Placeholder">
            <a:extLst>
              <a:ext uri="{FF2B5EF4-FFF2-40B4-BE49-F238E27FC236}">
                <a16:creationId xmlns:a16="http://schemas.microsoft.com/office/drawing/2014/main" id="{9CF04B96-672D-9A7C-67B1-DE7FACF323DE}"/>
              </a:ext>
            </a:extLst>
          </p:cNvPr>
          <p:cNvSpPr>
            <a:spLocks noGrp="1"/>
          </p:cNvSpPr>
          <p:nvPr>
            <p:ph type="body" idx="36" hasCustomPrompt="1"/>
            <p:custDataLst>
              <p:tags r:id="rId6"/>
            </p:custDataLst>
          </p:nvPr>
        </p:nvSpPr>
        <p:spPr>
          <a:xfrm>
            <a:off x="1544993" y="3716270"/>
            <a:ext cx="2812649" cy="615553"/>
          </a:xfrm>
        </p:spPr>
        <p:txBody>
          <a:bodyPr wrap="square" lIns="216000" tIns="0" rIns="216000" bIns="0" anchor="ctr" anchorCtr="0">
            <a:spAutoFit/>
          </a:bodyPr>
          <a:lstStyle>
            <a:lvl1pPr marL="0" indent="0" algn="ctr">
              <a:spcBef>
                <a:spcPts val="0"/>
              </a:spcBef>
              <a:buNone/>
              <a:defRPr sz="4000" b="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2" name="Small Number Placeholder">
            <a:extLst>
              <a:ext uri="{FF2B5EF4-FFF2-40B4-BE49-F238E27FC236}">
                <a16:creationId xmlns:a16="http://schemas.microsoft.com/office/drawing/2014/main" id="{B235A0E3-3017-7018-2B12-B204F03EAD5A}"/>
              </a:ext>
            </a:extLst>
          </p:cNvPr>
          <p:cNvSpPr>
            <a:spLocks noGrp="1"/>
          </p:cNvSpPr>
          <p:nvPr>
            <p:ph type="body" idx="37" hasCustomPrompt="1"/>
            <p:custDataLst>
              <p:tags r:id="rId7"/>
            </p:custDataLst>
          </p:nvPr>
        </p:nvSpPr>
        <p:spPr>
          <a:xfrm>
            <a:off x="1754220" y="5147443"/>
            <a:ext cx="2394194" cy="461665"/>
          </a:xfrm>
        </p:spPr>
        <p:txBody>
          <a:bodyPr wrap="square" lIns="216000" tIns="0" rIns="216000" bIns="0" anchor="ctr" anchorCtr="0">
            <a:spAutoFit/>
          </a:bodyPr>
          <a:lstStyle>
            <a:lvl1pPr marL="0" indent="0" algn="ctr">
              <a:spcBef>
                <a:spcPts val="0"/>
              </a:spcBef>
              <a:buNone/>
              <a:defRPr sz="3000" b="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5" name="Text Placeholder 2">
            <a:extLst>
              <a:ext uri="{FF2B5EF4-FFF2-40B4-BE49-F238E27FC236}">
                <a16:creationId xmlns:a16="http://schemas.microsoft.com/office/drawing/2014/main" id="{4077D653-D248-C065-BB99-82ADF96B94C6}"/>
              </a:ext>
            </a:extLst>
          </p:cNvPr>
          <p:cNvSpPr>
            <a:spLocks noGrp="1"/>
          </p:cNvSpPr>
          <p:nvPr>
            <p:ph type="body" idx="38" hasCustomPrompt="1"/>
            <p:custDataLst>
              <p:tags r:id="rId8"/>
            </p:custDataLst>
          </p:nvPr>
        </p:nvSpPr>
        <p:spPr>
          <a:xfrm>
            <a:off x="6203949" y="4064052"/>
            <a:ext cx="5400675" cy="8064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26" name="Subtitle Placeholder 2">
            <a:extLst>
              <a:ext uri="{FF2B5EF4-FFF2-40B4-BE49-F238E27FC236}">
                <a16:creationId xmlns:a16="http://schemas.microsoft.com/office/drawing/2014/main" id="{55A0FAFA-D051-4309-B717-B48322ED6729}"/>
              </a:ext>
            </a:extLst>
          </p:cNvPr>
          <p:cNvSpPr>
            <a:spLocks noGrp="1"/>
          </p:cNvSpPr>
          <p:nvPr>
            <p:ph type="body" idx="39" hasCustomPrompt="1"/>
            <p:custDataLst>
              <p:tags r:id="rId9"/>
            </p:custDataLst>
          </p:nvPr>
        </p:nvSpPr>
        <p:spPr>
          <a:xfrm>
            <a:off x="6203949" y="3762148"/>
            <a:ext cx="5392143" cy="276999"/>
          </a:xfrm>
        </p:spPr>
        <p:txBody>
          <a:bodyPr wrap="square" lIns="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8" name="Text Placeholder 3">
            <a:extLst>
              <a:ext uri="{FF2B5EF4-FFF2-40B4-BE49-F238E27FC236}">
                <a16:creationId xmlns:a16="http://schemas.microsoft.com/office/drawing/2014/main" id="{B59808D0-CCF4-3129-18CD-B58EA89017E7}"/>
              </a:ext>
            </a:extLst>
          </p:cNvPr>
          <p:cNvSpPr>
            <a:spLocks noGrp="1"/>
          </p:cNvSpPr>
          <p:nvPr>
            <p:ph type="body" idx="40" hasCustomPrompt="1"/>
            <p:custDataLst>
              <p:tags r:id="rId10"/>
            </p:custDataLst>
          </p:nvPr>
        </p:nvSpPr>
        <p:spPr>
          <a:xfrm>
            <a:off x="6203949" y="5485298"/>
            <a:ext cx="5400675" cy="8064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9" name="Subtitle Placeholder 3">
            <a:extLst>
              <a:ext uri="{FF2B5EF4-FFF2-40B4-BE49-F238E27FC236}">
                <a16:creationId xmlns:a16="http://schemas.microsoft.com/office/drawing/2014/main" id="{50A345CB-860E-8B41-87FA-F687E44255A5}"/>
              </a:ext>
            </a:extLst>
          </p:cNvPr>
          <p:cNvSpPr>
            <a:spLocks noGrp="1"/>
          </p:cNvSpPr>
          <p:nvPr>
            <p:ph type="body" idx="41" hasCustomPrompt="1"/>
            <p:custDataLst>
              <p:tags r:id="rId11"/>
            </p:custDataLst>
          </p:nvPr>
        </p:nvSpPr>
        <p:spPr>
          <a:xfrm>
            <a:off x="6203949" y="5183394"/>
            <a:ext cx="5392143" cy="276999"/>
          </a:xfrm>
        </p:spPr>
        <p:txBody>
          <a:bodyPr wrap="square" lIns="0" tIns="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Tree>
    <p:extLst>
      <p:ext uri="{BB962C8B-B14F-4D97-AF65-F5344CB8AC3E}">
        <p14:creationId xmlns:p14="http://schemas.microsoft.com/office/powerpoint/2010/main" val="18706301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umbersV1">
    <p:bg>
      <p:bgPr>
        <a:solidFill>
          <a:schemeClr val="accent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AEE84-B243-B610-4A49-315E5A6488BC}"/>
              </a:ext>
            </a:extLst>
          </p:cNvPr>
          <p:cNvSpPr/>
          <p:nvPr userDrawn="1"/>
        </p:nvSpPr>
        <p:spPr>
          <a:xfrm>
            <a:off x="587375" y="4472189"/>
            <a:ext cx="3524400" cy="1819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Rectangle 4">
            <a:extLst>
              <a:ext uri="{FF2B5EF4-FFF2-40B4-BE49-F238E27FC236}">
                <a16:creationId xmlns:a16="http://schemas.microsoft.com/office/drawing/2014/main" id="{8F3121EC-59EF-BD81-477A-CA8D31B30A6D}"/>
              </a:ext>
            </a:extLst>
          </p:cNvPr>
          <p:cNvSpPr/>
          <p:nvPr userDrawn="1"/>
        </p:nvSpPr>
        <p:spPr>
          <a:xfrm>
            <a:off x="4334975" y="4472189"/>
            <a:ext cx="3524400" cy="1819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Rectangle 5">
            <a:extLst>
              <a:ext uri="{FF2B5EF4-FFF2-40B4-BE49-F238E27FC236}">
                <a16:creationId xmlns:a16="http://schemas.microsoft.com/office/drawing/2014/main" id="{E9FF12B0-E9ED-0BA1-99F0-455C43173C27}"/>
              </a:ext>
            </a:extLst>
          </p:cNvPr>
          <p:cNvSpPr/>
          <p:nvPr userDrawn="1"/>
        </p:nvSpPr>
        <p:spPr>
          <a:xfrm>
            <a:off x="8082575" y="4472189"/>
            <a:ext cx="3524400" cy="1819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1">
            <a:extLst>
              <a:ext uri="{FF2B5EF4-FFF2-40B4-BE49-F238E27FC236}">
                <a16:creationId xmlns:a16="http://schemas.microsoft.com/office/drawing/2014/main" id="{9536B666-301C-8470-8F35-AEBC417EA2C2}"/>
              </a:ext>
            </a:extLst>
          </p:cNvPr>
          <p:cNvSpPr>
            <a:spLocks noGrp="1"/>
          </p:cNvSpPr>
          <p:nvPr>
            <p:ph type="body" idx="25" hasCustomPrompt="1"/>
            <p:custDataLst>
              <p:tags r:id="rId3"/>
            </p:custDataLst>
          </p:nvPr>
        </p:nvSpPr>
        <p:spPr>
          <a:xfrm>
            <a:off x="587374" y="4705596"/>
            <a:ext cx="3529014" cy="1287134"/>
          </a:xfrm>
        </p:spPr>
        <p:txBody>
          <a:bodyPr lIns="216000" tIns="0" rIns="216000" bIns="0" anchor="t" anchorCtr="0">
            <a:noAutofit/>
          </a:bodyPr>
          <a:lstStyle>
            <a:lvl1pPr marL="0" indent="0" algn="ctr">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8" name="Text Placeholder 2">
            <a:extLst>
              <a:ext uri="{FF2B5EF4-FFF2-40B4-BE49-F238E27FC236}">
                <a16:creationId xmlns:a16="http://schemas.microsoft.com/office/drawing/2014/main" id="{9A4EA59F-AFC6-FCF3-BA1D-3CA06709A257}"/>
              </a:ext>
            </a:extLst>
          </p:cNvPr>
          <p:cNvSpPr>
            <a:spLocks noGrp="1"/>
          </p:cNvSpPr>
          <p:nvPr>
            <p:ph type="body" idx="29" hasCustomPrompt="1"/>
            <p:custDataLst>
              <p:tags r:id="rId4"/>
            </p:custDataLst>
          </p:nvPr>
        </p:nvSpPr>
        <p:spPr>
          <a:xfrm>
            <a:off x="4331197" y="4705595"/>
            <a:ext cx="3528000" cy="1288800"/>
          </a:xfrm>
        </p:spPr>
        <p:txBody>
          <a:bodyPr lIns="216000" tIns="0" rIns="216000" bIns="0" anchor="t" anchorCtr="0">
            <a:noAutofit/>
          </a:bodyPr>
          <a:lstStyle>
            <a:lvl1pPr marL="0" indent="0" algn="ctr">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3" name="Text Placeholder 3">
            <a:extLst>
              <a:ext uri="{FF2B5EF4-FFF2-40B4-BE49-F238E27FC236}">
                <a16:creationId xmlns:a16="http://schemas.microsoft.com/office/drawing/2014/main" id="{4CA474BA-2531-A780-69CC-7A03DE13AB53}"/>
              </a:ext>
            </a:extLst>
          </p:cNvPr>
          <p:cNvSpPr>
            <a:spLocks noGrp="1"/>
          </p:cNvSpPr>
          <p:nvPr>
            <p:ph type="body" idx="33" hasCustomPrompt="1"/>
            <p:custDataLst>
              <p:tags r:id="rId5"/>
            </p:custDataLst>
          </p:nvPr>
        </p:nvSpPr>
        <p:spPr>
          <a:xfrm>
            <a:off x="8079603" y="4705595"/>
            <a:ext cx="3528000" cy="1288800"/>
          </a:xfrm>
        </p:spPr>
        <p:txBody>
          <a:bodyPr lIns="216000" tIns="0" rIns="216000" bIns="0" anchor="t" anchorCtr="0">
            <a:noAutofit/>
          </a:bodyPr>
          <a:lstStyle>
            <a:lvl1pPr marL="0" indent="0" algn="ctr">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6" name="Rectangle 15">
            <a:extLst>
              <a:ext uri="{FF2B5EF4-FFF2-40B4-BE49-F238E27FC236}">
                <a16:creationId xmlns:a16="http://schemas.microsoft.com/office/drawing/2014/main" id="{31ACA6F2-CFE4-149C-03B7-EB2F7B99D4AC}"/>
              </a:ext>
            </a:extLst>
          </p:cNvPr>
          <p:cNvSpPr/>
          <p:nvPr userDrawn="1"/>
        </p:nvSpPr>
        <p:spPr>
          <a:xfrm>
            <a:off x="587375" y="3083168"/>
            <a:ext cx="3524400" cy="13890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ectangle 16">
            <a:extLst>
              <a:ext uri="{FF2B5EF4-FFF2-40B4-BE49-F238E27FC236}">
                <a16:creationId xmlns:a16="http://schemas.microsoft.com/office/drawing/2014/main" id="{06751655-8E5F-E763-6542-9540102D3CC1}"/>
              </a:ext>
            </a:extLst>
          </p:cNvPr>
          <p:cNvSpPr/>
          <p:nvPr userDrawn="1"/>
        </p:nvSpPr>
        <p:spPr>
          <a:xfrm>
            <a:off x="4334975" y="3083168"/>
            <a:ext cx="3524400" cy="13890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ectangle 17">
            <a:extLst>
              <a:ext uri="{FF2B5EF4-FFF2-40B4-BE49-F238E27FC236}">
                <a16:creationId xmlns:a16="http://schemas.microsoft.com/office/drawing/2014/main" id="{E4543C40-98C1-4F14-3F22-EFE0067A9714}"/>
              </a:ext>
            </a:extLst>
          </p:cNvPr>
          <p:cNvSpPr/>
          <p:nvPr userDrawn="1"/>
        </p:nvSpPr>
        <p:spPr>
          <a:xfrm>
            <a:off x="8082575" y="3083168"/>
            <a:ext cx="3524400" cy="13890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Subtitle Placeholder 1">
            <a:extLst>
              <a:ext uri="{FF2B5EF4-FFF2-40B4-BE49-F238E27FC236}">
                <a16:creationId xmlns:a16="http://schemas.microsoft.com/office/drawing/2014/main" id="{72268ACB-7500-BE5E-26A6-CF1B6D85E3A4}"/>
              </a:ext>
            </a:extLst>
          </p:cNvPr>
          <p:cNvSpPr>
            <a:spLocks noGrp="1"/>
          </p:cNvSpPr>
          <p:nvPr>
            <p:ph type="body" idx="35" hasCustomPrompt="1"/>
            <p:custDataLst>
              <p:tags r:id="rId6"/>
            </p:custDataLst>
          </p:nvPr>
        </p:nvSpPr>
        <p:spPr>
          <a:xfrm>
            <a:off x="587375" y="3469902"/>
            <a:ext cx="3524400" cy="615553"/>
          </a:xfrm>
        </p:spPr>
        <p:txBody>
          <a:bodyPr lIns="216000" tIns="0" rIns="216000" bIns="0" anchor="ctr" anchorCtr="0">
            <a:spAutoFit/>
          </a:bodyPr>
          <a:lstStyle>
            <a:lvl1pPr marL="0" indent="0" algn="ctr">
              <a:spcBef>
                <a:spcPts val="0"/>
              </a:spcBef>
              <a:buNone/>
              <a:defRPr sz="4000" b="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0" name="Subtitle Placeholder 2">
            <a:extLst>
              <a:ext uri="{FF2B5EF4-FFF2-40B4-BE49-F238E27FC236}">
                <a16:creationId xmlns:a16="http://schemas.microsoft.com/office/drawing/2014/main" id="{9CF04B96-672D-9A7C-67B1-DE7FACF323DE}"/>
              </a:ext>
            </a:extLst>
          </p:cNvPr>
          <p:cNvSpPr>
            <a:spLocks noGrp="1"/>
          </p:cNvSpPr>
          <p:nvPr>
            <p:ph type="body" idx="36" hasCustomPrompt="1"/>
            <p:custDataLst>
              <p:tags r:id="rId7"/>
            </p:custDataLst>
          </p:nvPr>
        </p:nvSpPr>
        <p:spPr>
          <a:xfrm>
            <a:off x="4334975" y="3469902"/>
            <a:ext cx="3524400" cy="615553"/>
          </a:xfrm>
        </p:spPr>
        <p:txBody>
          <a:bodyPr lIns="216000" tIns="0" rIns="216000" bIns="0" anchor="ctr" anchorCtr="0">
            <a:spAutoFit/>
          </a:bodyPr>
          <a:lstStyle>
            <a:lvl1pPr marL="0" indent="0" algn="ctr">
              <a:spcBef>
                <a:spcPts val="0"/>
              </a:spcBef>
              <a:buNone/>
              <a:defRPr sz="4000" b="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2" name="Subtitle Placeholder 3">
            <a:extLst>
              <a:ext uri="{FF2B5EF4-FFF2-40B4-BE49-F238E27FC236}">
                <a16:creationId xmlns:a16="http://schemas.microsoft.com/office/drawing/2014/main" id="{B235A0E3-3017-7018-2B12-B204F03EAD5A}"/>
              </a:ext>
            </a:extLst>
          </p:cNvPr>
          <p:cNvSpPr>
            <a:spLocks noGrp="1"/>
          </p:cNvSpPr>
          <p:nvPr>
            <p:ph type="body" idx="37" hasCustomPrompt="1"/>
            <p:custDataLst>
              <p:tags r:id="rId8"/>
            </p:custDataLst>
          </p:nvPr>
        </p:nvSpPr>
        <p:spPr>
          <a:xfrm>
            <a:off x="8082575" y="3469902"/>
            <a:ext cx="3524400" cy="615553"/>
          </a:xfrm>
        </p:spPr>
        <p:txBody>
          <a:bodyPr lIns="216000" tIns="0" rIns="216000" bIns="0" anchor="ctr" anchorCtr="0">
            <a:spAutoFit/>
          </a:bodyPr>
          <a:lstStyle>
            <a:lvl1pPr marL="0" indent="0" algn="ctr">
              <a:spcBef>
                <a:spcPts val="0"/>
              </a:spcBef>
              <a:buNone/>
              <a:defRPr sz="4000" b="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Tree>
    <p:extLst>
      <p:ext uri="{BB962C8B-B14F-4D97-AF65-F5344CB8AC3E}">
        <p14:creationId xmlns:p14="http://schemas.microsoft.com/office/powerpoint/2010/main" val="27139619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ImageColumnsV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5E895EA-70D0-6D6F-0FDF-3EBE972F7A5E}"/>
              </a:ext>
            </a:extLst>
          </p:cNvPr>
          <p:cNvSpPr/>
          <p:nvPr userDrawn="1"/>
        </p:nvSpPr>
        <p:spPr>
          <a:xfrm>
            <a:off x="0" y="1"/>
            <a:ext cx="12192000" cy="229630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5465166"/>
            <a:ext cx="5400676" cy="807003"/>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6216141" y="5465164"/>
            <a:ext cx="5400675" cy="80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4773709"/>
            <a:ext cx="5400676"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477370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6216657" y="4773709"/>
            <a:ext cx="5400675"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6216658" y="477370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0" name="Title Placeholder">
            <a:extLst>
              <a:ext uri="{FF2B5EF4-FFF2-40B4-BE49-F238E27FC236}">
                <a16:creationId xmlns:a16="http://schemas.microsoft.com/office/drawing/2014/main" id="{9E3357E2-6EBD-1EF8-A6F2-B135B35B91D6}"/>
              </a:ext>
            </a:extLst>
          </p:cNvPr>
          <p:cNvSpPr>
            <a:spLocks noGrp="1"/>
          </p:cNvSpPr>
          <p:nvPr>
            <p:ph type="title" hasCustomPrompt="1"/>
            <p:custDataLst>
              <p:tags r:id="rId6"/>
            </p:custDataLst>
          </p:nvPr>
        </p:nvSpPr>
        <p:spPr>
          <a:xfrm>
            <a:off x="587377" y="1304925"/>
            <a:ext cx="11020225" cy="991380"/>
          </a:xfrm>
          <a:prstGeom prst="rect">
            <a:avLst/>
          </a:prstGeom>
        </p:spPr>
        <p:txBody>
          <a:bodyPr vert="horz" wrap="square" lIns="0" tIns="0" rIns="360000" bIns="360000" rtlCol="0" anchor="t" anchorCtr="0">
            <a:sp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15" name="Ellipse">
            <a:extLst>
              <a:ext uri="{FF2B5EF4-FFF2-40B4-BE49-F238E27FC236}">
                <a16:creationId xmlns:a16="http://schemas.microsoft.com/office/drawing/2014/main" id="{3C77AB7F-AE13-2896-3AE5-35C615514DAD}"/>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Ellipse">
            <a:extLst>
              <a:ext uri="{FF2B5EF4-FFF2-40B4-BE49-F238E27FC236}">
                <a16:creationId xmlns:a16="http://schemas.microsoft.com/office/drawing/2014/main" id="{5A4329AB-25BC-697E-5D0A-5FC456C299E3}"/>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Ellipse">
            <a:extLst>
              <a:ext uri="{FF2B5EF4-FFF2-40B4-BE49-F238E27FC236}">
                <a16:creationId xmlns:a16="http://schemas.microsoft.com/office/drawing/2014/main" id="{FA43AC4D-75CC-3260-2849-608B3DFC9549}"/>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Ellipse">
            <a:extLst>
              <a:ext uri="{FF2B5EF4-FFF2-40B4-BE49-F238E27FC236}">
                <a16:creationId xmlns:a16="http://schemas.microsoft.com/office/drawing/2014/main" id="{498EC7A4-6378-1993-1099-D6F404681E75}"/>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Picture Placeholder 14">
            <a:extLst>
              <a:ext uri="{FF2B5EF4-FFF2-40B4-BE49-F238E27FC236}">
                <a16:creationId xmlns:a16="http://schemas.microsoft.com/office/drawing/2014/main" id="{ABE84A62-0722-9D78-1921-C3047C2DDA96}"/>
              </a:ext>
            </a:extLst>
          </p:cNvPr>
          <p:cNvSpPr>
            <a:spLocks noGrp="1"/>
          </p:cNvSpPr>
          <p:nvPr>
            <p:ph type="pic" sz="quarter" idx="35"/>
          </p:nvPr>
        </p:nvSpPr>
        <p:spPr>
          <a:xfrm>
            <a:off x="587375" y="2512303"/>
            <a:ext cx="5400675" cy="2018631"/>
          </a:xfrm>
        </p:spPr>
        <p:txBody>
          <a:bodyPr/>
          <a:lstStyle/>
          <a:p>
            <a:endParaRPr lang="ru-RU"/>
          </a:p>
        </p:txBody>
      </p:sp>
      <p:sp>
        <p:nvSpPr>
          <p:cNvPr id="8" name="Picture Placeholder 14">
            <a:extLst>
              <a:ext uri="{FF2B5EF4-FFF2-40B4-BE49-F238E27FC236}">
                <a16:creationId xmlns:a16="http://schemas.microsoft.com/office/drawing/2014/main" id="{CE1A5A4C-5CDE-A762-81D1-6D56473E13C8}"/>
              </a:ext>
            </a:extLst>
          </p:cNvPr>
          <p:cNvSpPr>
            <a:spLocks noGrp="1"/>
          </p:cNvSpPr>
          <p:nvPr>
            <p:ph type="pic" sz="quarter" idx="36"/>
          </p:nvPr>
        </p:nvSpPr>
        <p:spPr>
          <a:xfrm>
            <a:off x="6216141" y="2512303"/>
            <a:ext cx="5400675" cy="2018631"/>
          </a:xfrm>
        </p:spPr>
        <p:txBody>
          <a:bodyPr/>
          <a:lstStyle/>
          <a:p>
            <a:endParaRPr lang="ru-RU"/>
          </a:p>
        </p:txBody>
      </p:sp>
    </p:spTree>
    <p:extLst>
      <p:ext uri="{BB962C8B-B14F-4D97-AF65-F5344CB8AC3E}">
        <p14:creationId xmlns:p14="http://schemas.microsoft.com/office/powerpoint/2010/main" val="24482086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ImageColumnsV1">
    <p:bg>
      <p:bgPr>
        <a:solidFill>
          <a:schemeClr val="accent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C7CD62-8D09-0226-160C-11D634FD678E}"/>
              </a:ext>
            </a:extLst>
          </p:cNvPr>
          <p:cNvSpPr/>
          <p:nvPr userDrawn="1"/>
        </p:nvSpPr>
        <p:spPr>
          <a:xfrm>
            <a:off x="0" y="1"/>
            <a:ext cx="12192000" cy="22963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5466797"/>
            <a:ext cx="3529014" cy="807003"/>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4331197" y="5466796"/>
            <a:ext cx="3528000" cy="8064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4775340"/>
            <a:ext cx="3529014"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4775340"/>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4331713" y="4775340"/>
            <a:ext cx="3528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4331713" y="4775340"/>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8079603" y="5466796"/>
            <a:ext cx="3528000" cy="8064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8080119" y="4775340"/>
            <a:ext cx="3528000" cy="663053"/>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6" name="Straight Connector 5">
            <a:extLst>
              <a:ext uri="{FF2B5EF4-FFF2-40B4-BE49-F238E27FC236}">
                <a16:creationId xmlns:a16="http://schemas.microsoft.com/office/drawing/2014/main" id="{D20E3F10-61E3-8FBE-2C56-5FD94ADBEBCF}"/>
              </a:ext>
            </a:extLst>
          </p:cNvPr>
          <p:cNvCxnSpPr>
            <a:cxnSpLocks/>
          </p:cNvCxnSpPr>
          <p:nvPr userDrawn="1"/>
        </p:nvCxnSpPr>
        <p:spPr>
          <a:xfrm flipH="1">
            <a:off x="8080119" y="4775340"/>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7" name="Ellipse">
            <a:extLst>
              <a:ext uri="{FF2B5EF4-FFF2-40B4-BE49-F238E27FC236}">
                <a16:creationId xmlns:a16="http://schemas.microsoft.com/office/drawing/2014/main" id="{F5354BFA-EF66-D2CF-B524-524F9939956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20D941B3-64DE-1115-10C2-00321BC4A418}"/>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Ellipse">
            <a:extLst>
              <a:ext uri="{FF2B5EF4-FFF2-40B4-BE49-F238E27FC236}">
                <a16:creationId xmlns:a16="http://schemas.microsoft.com/office/drawing/2014/main" id="{808CC4CE-C143-F86E-A2B2-66712309A84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D043079D-FAF0-50F1-531F-6CB6247620EE}"/>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itle Placeholder">
            <a:extLst>
              <a:ext uri="{FF2B5EF4-FFF2-40B4-BE49-F238E27FC236}">
                <a16:creationId xmlns:a16="http://schemas.microsoft.com/office/drawing/2014/main" id="{C6491569-827E-2C28-9B1D-418817216797}"/>
              </a:ext>
            </a:extLst>
          </p:cNvPr>
          <p:cNvSpPr>
            <a:spLocks noGrp="1"/>
          </p:cNvSpPr>
          <p:nvPr>
            <p:ph type="title" hasCustomPrompt="1"/>
            <p:custDataLst>
              <p:tags r:id="rId8"/>
            </p:custDataLst>
          </p:nvPr>
        </p:nvSpPr>
        <p:spPr>
          <a:xfrm>
            <a:off x="587377" y="1304925"/>
            <a:ext cx="11020225" cy="991380"/>
          </a:xfrm>
          <a:prstGeom prst="rect">
            <a:avLst/>
          </a:prstGeom>
        </p:spPr>
        <p:txBody>
          <a:bodyPr vert="horz" wrap="square" lIns="0" tIns="0" rIns="360000" bIns="360000" rtlCol="0" anchor="t" anchorCtr="0">
            <a:sp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15" name="Picture Placeholder 14">
            <a:extLst>
              <a:ext uri="{FF2B5EF4-FFF2-40B4-BE49-F238E27FC236}">
                <a16:creationId xmlns:a16="http://schemas.microsoft.com/office/drawing/2014/main" id="{A95AF673-BBC1-106C-3F58-6D7E081F87BA}"/>
              </a:ext>
            </a:extLst>
          </p:cNvPr>
          <p:cNvSpPr>
            <a:spLocks noGrp="1"/>
          </p:cNvSpPr>
          <p:nvPr>
            <p:ph type="pic" sz="quarter" idx="35"/>
          </p:nvPr>
        </p:nvSpPr>
        <p:spPr>
          <a:xfrm>
            <a:off x="587375" y="2512303"/>
            <a:ext cx="3529013" cy="2018631"/>
          </a:xfrm>
        </p:spPr>
        <p:txBody>
          <a:bodyPr/>
          <a:lstStyle/>
          <a:p>
            <a:endParaRPr lang="ru-RU"/>
          </a:p>
        </p:txBody>
      </p:sp>
      <p:sp>
        <p:nvSpPr>
          <p:cNvPr id="17" name="Picture Placeholder 14">
            <a:extLst>
              <a:ext uri="{FF2B5EF4-FFF2-40B4-BE49-F238E27FC236}">
                <a16:creationId xmlns:a16="http://schemas.microsoft.com/office/drawing/2014/main" id="{15320B81-7F3F-1425-243D-F27347FCF070}"/>
              </a:ext>
            </a:extLst>
          </p:cNvPr>
          <p:cNvSpPr>
            <a:spLocks noGrp="1"/>
          </p:cNvSpPr>
          <p:nvPr>
            <p:ph type="pic" sz="quarter" idx="36"/>
          </p:nvPr>
        </p:nvSpPr>
        <p:spPr>
          <a:xfrm>
            <a:off x="4331713" y="2512303"/>
            <a:ext cx="3529013" cy="2018631"/>
          </a:xfrm>
        </p:spPr>
        <p:txBody>
          <a:bodyPr/>
          <a:lstStyle/>
          <a:p>
            <a:endParaRPr lang="ru-RU"/>
          </a:p>
        </p:txBody>
      </p:sp>
      <p:sp>
        <p:nvSpPr>
          <p:cNvPr id="18" name="Picture Placeholder 14">
            <a:extLst>
              <a:ext uri="{FF2B5EF4-FFF2-40B4-BE49-F238E27FC236}">
                <a16:creationId xmlns:a16="http://schemas.microsoft.com/office/drawing/2014/main" id="{ABAA20E3-46D3-8FAF-CDE5-8CAA026C852E}"/>
              </a:ext>
            </a:extLst>
          </p:cNvPr>
          <p:cNvSpPr>
            <a:spLocks noGrp="1"/>
          </p:cNvSpPr>
          <p:nvPr>
            <p:ph type="pic" sz="quarter" idx="37"/>
          </p:nvPr>
        </p:nvSpPr>
        <p:spPr>
          <a:xfrm>
            <a:off x="8080119" y="2512303"/>
            <a:ext cx="3529013" cy="2018631"/>
          </a:xfrm>
        </p:spPr>
        <p:txBody>
          <a:bodyPr/>
          <a:lstStyle/>
          <a:p>
            <a:endParaRPr lang="ru-RU"/>
          </a:p>
        </p:txBody>
      </p:sp>
    </p:spTree>
    <p:extLst>
      <p:ext uri="{BB962C8B-B14F-4D97-AF65-F5344CB8AC3E}">
        <p14:creationId xmlns:p14="http://schemas.microsoft.com/office/powerpoint/2010/main" val="16962913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lossaryV1">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1437C87-0515-8F9B-3509-CD9412F56782}"/>
              </a:ext>
            </a:extLst>
          </p:cNvPr>
          <p:cNvSpPr/>
          <p:nvPr userDrawn="1"/>
        </p:nvSpPr>
        <p:spPr>
          <a:xfrm>
            <a:off x="6203950" y="2231139"/>
            <a:ext cx="5988050" cy="462685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7" y="1304925"/>
            <a:ext cx="11017248"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3"/>
            </p:custDataLst>
          </p:nvPr>
        </p:nvSpPr>
        <p:spPr>
          <a:xfrm>
            <a:off x="587374" y="3111734"/>
            <a:ext cx="5040000" cy="1047068"/>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4"/>
            </p:custDataLst>
          </p:nvPr>
        </p:nvSpPr>
        <p:spPr>
          <a:xfrm>
            <a:off x="6564628" y="3111735"/>
            <a:ext cx="5040000" cy="104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5"/>
            </p:custDataLst>
          </p:nvPr>
        </p:nvSpPr>
        <p:spPr>
          <a:xfrm>
            <a:off x="587374" y="2666632"/>
            <a:ext cx="5040000" cy="422405"/>
          </a:xfrm>
        </p:spPr>
        <p:txBody>
          <a:bodyPr wrap="square" lIns="0" tIns="144000" rIns="0" bIns="0" anchor="ctr" anchorCtr="0">
            <a:sp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23" name="Straight Connector 22">
            <a:extLst>
              <a:ext uri="{FF2B5EF4-FFF2-40B4-BE49-F238E27FC236}">
                <a16:creationId xmlns:a16="http://schemas.microsoft.com/office/drawing/2014/main" id="{020333B1-5AAF-E142-4735-969D0AED6204}"/>
              </a:ext>
            </a:extLst>
          </p:cNvPr>
          <p:cNvCxnSpPr>
            <a:cxnSpLocks/>
          </p:cNvCxnSpPr>
          <p:nvPr userDrawn="1"/>
        </p:nvCxnSpPr>
        <p:spPr>
          <a:xfrm flipH="1">
            <a:off x="587374" y="262853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6"/>
            </p:custDataLst>
          </p:nvPr>
        </p:nvSpPr>
        <p:spPr>
          <a:xfrm>
            <a:off x="6565144" y="2666632"/>
            <a:ext cx="50400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6565144" y="262853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27" name="Ellipse">
            <a:extLst>
              <a:ext uri="{FF2B5EF4-FFF2-40B4-BE49-F238E27FC236}">
                <a16:creationId xmlns:a16="http://schemas.microsoft.com/office/drawing/2014/main" id="{A18CF4D1-4135-947B-4DAC-90F07B16F375}"/>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Ellipse">
            <a:extLst>
              <a:ext uri="{FF2B5EF4-FFF2-40B4-BE49-F238E27FC236}">
                <a16:creationId xmlns:a16="http://schemas.microsoft.com/office/drawing/2014/main" id="{B62BA71D-F59A-C952-7D1B-96AE5B3576FD}"/>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9" name="Ellipse">
            <a:extLst>
              <a:ext uri="{FF2B5EF4-FFF2-40B4-BE49-F238E27FC236}">
                <a16:creationId xmlns:a16="http://schemas.microsoft.com/office/drawing/2014/main" id="{F7708B9C-7D3C-0C44-EDC7-84C5AC195C1F}"/>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Ellipse">
            <a:extLst>
              <a:ext uri="{FF2B5EF4-FFF2-40B4-BE49-F238E27FC236}">
                <a16:creationId xmlns:a16="http://schemas.microsoft.com/office/drawing/2014/main" id="{8D21AF27-9F0E-864E-9711-0C3E51B08D78}"/>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3">
            <a:extLst>
              <a:ext uri="{FF2B5EF4-FFF2-40B4-BE49-F238E27FC236}">
                <a16:creationId xmlns:a16="http://schemas.microsoft.com/office/drawing/2014/main" id="{85688E40-56B8-EDA4-E29A-01461A88BBCD}"/>
              </a:ext>
            </a:extLst>
          </p:cNvPr>
          <p:cNvSpPr>
            <a:spLocks noGrp="1"/>
          </p:cNvSpPr>
          <p:nvPr>
            <p:ph type="body" idx="33" hasCustomPrompt="1"/>
            <p:custDataLst>
              <p:tags r:id="rId7"/>
            </p:custDataLst>
          </p:nvPr>
        </p:nvSpPr>
        <p:spPr>
          <a:xfrm>
            <a:off x="587375" y="5195384"/>
            <a:ext cx="5040000" cy="1047068"/>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4" name="Text Placeholder 4">
            <a:extLst>
              <a:ext uri="{FF2B5EF4-FFF2-40B4-BE49-F238E27FC236}">
                <a16:creationId xmlns:a16="http://schemas.microsoft.com/office/drawing/2014/main" id="{E67C4CC6-4EB9-FCE4-BE88-5CEBEF0E7988}"/>
              </a:ext>
            </a:extLst>
          </p:cNvPr>
          <p:cNvSpPr>
            <a:spLocks noGrp="1"/>
          </p:cNvSpPr>
          <p:nvPr>
            <p:ph type="body" idx="34" hasCustomPrompt="1"/>
            <p:custDataLst>
              <p:tags r:id="rId8"/>
            </p:custDataLst>
          </p:nvPr>
        </p:nvSpPr>
        <p:spPr>
          <a:xfrm>
            <a:off x="6564629" y="5195385"/>
            <a:ext cx="5040000" cy="10476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endParaRPr lang="ru-RU" dirty="0"/>
          </a:p>
        </p:txBody>
      </p:sp>
      <p:sp>
        <p:nvSpPr>
          <p:cNvPr id="5" name="Subtitle Placeholder 3">
            <a:extLst>
              <a:ext uri="{FF2B5EF4-FFF2-40B4-BE49-F238E27FC236}">
                <a16:creationId xmlns:a16="http://schemas.microsoft.com/office/drawing/2014/main" id="{448355AA-076D-E44B-2C0B-19421AFC8C3F}"/>
              </a:ext>
            </a:extLst>
          </p:cNvPr>
          <p:cNvSpPr>
            <a:spLocks noGrp="1"/>
          </p:cNvSpPr>
          <p:nvPr>
            <p:ph type="body" idx="35" hasCustomPrompt="1"/>
            <p:custDataLst>
              <p:tags r:id="rId9"/>
            </p:custDataLst>
          </p:nvPr>
        </p:nvSpPr>
        <p:spPr>
          <a:xfrm>
            <a:off x="587375" y="4750282"/>
            <a:ext cx="5040000" cy="422405"/>
          </a:xfrm>
        </p:spPr>
        <p:txBody>
          <a:bodyPr wrap="square" lIns="0" tIns="144000" rIns="0" bIns="0" anchor="ctr" anchorCtr="0">
            <a:sp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6" name="Straight Connector 5">
            <a:extLst>
              <a:ext uri="{FF2B5EF4-FFF2-40B4-BE49-F238E27FC236}">
                <a16:creationId xmlns:a16="http://schemas.microsoft.com/office/drawing/2014/main" id="{BCF49C1D-AAA6-9D6B-5269-64DB5B4942E4}"/>
              </a:ext>
            </a:extLst>
          </p:cNvPr>
          <p:cNvCxnSpPr>
            <a:cxnSpLocks/>
          </p:cNvCxnSpPr>
          <p:nvPr userDrawn="1"/>
        </p:nvCxnSpPr>
        <p:spPr>
          <a:xfrm flipH="1">
            <a:off x="587375" y="471218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8" name="Subtitle Placeholder 4">
            <a:extLst>
              <a:ext uri="{FF2B5EF4-FFF2-40B4-BE49-F238E27FC236}">
                <a16:creationId xmlns:a16="http://schemas.microsoft.com/office/drawing/2014/main" id="{85910884-DE07-C8CA-06FF-E6EF6771C610}"/>
              </a:ext>
            </a:extLst>
          </p:cNvPr>
          <p:cNvSpPr>
            <a:spLocks noGrp="1"/>
          </p:cNvSpPr>
          <p:nvPr>
            <p:ph type="body" idx="36" hasCustomPrompt="1"/>
            <p:custDataLst>
              <p:tags r:id="rId10"/>
            </p:custDataLst>
          </p:nvPr>
        </p:nvSpPr>
        <p:spPr>
          <a:xfrm>
            <a:off x="6565145" y="4750282"/>
            <a:ext cx="5040000" cy="422405"/>
          </a:xfrm>
        </p:spPr>
        <p:txBody>
          <a:bodyPr wrap="square" lIns="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9" name="Straight Connector 8">
            <a:extLst>
              <a:ext uri="{FF2B5EF4-FFF2-40B4-BE49-F238E27FC236}">
                <a16:creationId xmlns:a16="http://schemas.microsoft.com/office/drawing/2014/main" id="{F3EE8A5B-BAAB-35FC-2D76-7E1831C681F4}"/>
              </a:ext>
            </a:extLst>
          </p:cNvPr>
          <p:cNvCxnSpPr>
            <a:cxnSpLocks/>
          </p:cNvCxnSpPr>
          <p:nvPr userDrawn="1"/>
        </p:nvCxnSpPr>
        <p:spPr>
          <a:xfrm flipH="1">
            <a:off x="6565145" y="4712182"/>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775770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seStudyV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FFC0DE-4200-2742-7694-CB78AD60BF5F}"/>
              </a:ext>
            </a:extLst>
          </p:cNvPr>
          <p:cNvSpPr/>
          <p:nvPr userDrawn="1"/>
        </p:nvSpPr>
        <p:spPr>
          <a:xfrm>
            <a:off x="6208643" y="3081054"/>
            <a:ext cx="5395981" cy="37769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20" name="Text Placeholder 1">
            <a:extLst>
              <a:ext uri="{FF2B5EF4-FFF2-40B4-BE49-F238E27FC236}">
                <a16:creationId xmlns:a16="http://schemas.microsoft.com/office/drawing/2014/main" id="{9A8C63A7-8E35-42AA-7533-158577302F66}"/>
              </a:ext>
            </a:extLst>
          </p:cNvPr>
          <p:cNvSpPr>
            <a:spLocks noGrp="1"/>
          </p:cNvSpPr>
          <p:nvPr>
            <p:ph type="body" idx="25" hasCustomPrompt="1"/>
            <p:custDataLst>
              <p:tags r:id="rId2"/>
            </p:custDataLst>
          </p:nvPr>
        </p:nvSpPr>
        <p:spPr>
          <a:xfrm>
            <a:off x="587374" y="3784086"/>
            <a:ext cx="2592389" cy="2487463"/>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21" name="Text Placeholder 2">
            <a:extLst>
              <a:ext uri="{FF2B5EF4-FFF2-40B4-BE49-F238E27FC236}">
                <a16:creationId xmlns:a16="http://schemas.microsoft.com/office/drawing/2014/main" id="{5E0FACBB-DE9B-280B-732E-D7756D5B64FE}"/>
              </a:ext>
            </a:extLst>
          </p:cNvPr>
          <p:cNvSpPr>
            <a:spLocks noGrp="1"/>
          </p:cNvSpPr>
          <p:nvPr>
            <p:ph type="body" idx="29" hasCustomPrompt="1"/>
            <p:custDataLst>
              <p:tags r:id="rId3"/>
            </p:custDataLst>
          </p:nvPr>
        </p:nvSpPr>
        <p:spPr>
          <a:xfrm>
            <a:off x="3400743" y="3784085"/>
            <a:ext cx="2592000" cy="2487600"/>
          </a:xfrm>
        </p:spPr>
        <p:txBody>
          <a:bodyPr lIns="0" tIns="108000" rIns="108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endParaRPr lang="ru-RU" dirty="0"/>
          </a:p>
        </p:txBody>
      </p:sp>
      <p:sp>
        <p:nvSpPr>
          <p:cNvPr id="22" name="Subtitle Placeholder 1">
            <a:extLst>
              <a:ext uri="{FF2B5EF4-FFF2-40B4-BE49-F238E27FC236}">
                <a16:creationId xmlns:a16="http://schemas.microsoft.com/office/drawing/2014/main" id="{5C980161-4B4A-2BB0-C8D9-7F18A7AB09A0}"/>
              </a:ext>
            </a:extLst>
          </p:cNvPr>
          <p:cNvSpPr>
            <a:spLocks noGrp="1"/>
          </p:cNvSpPr>
          <p:nvPr>
            <p:ph type="body" idx="31" hasCustomPrompt="1"/>
            <p:custDataLst>
              <p:tags r:id="rId4"/>
            </p:custDataLst>
          </p:nvPr>
        </p:nvSpPr>
        <p:spPr>
          <a:xfrm>
            <a:off x="587374" y="3092629"/>
            <a:ext cx="2592389"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24" name="Subtitle Placeholder 2">
            <a:extLst>
              <a:ext uri="{FF2B5EF4-FFF2-40B4-BE49-F238E27FC236}">
                <a16:creationId xmlns:a16="http://schemas.microsoft.com/office/drawing/2014/main" id="{5FF993D2-07E6-6A8F-B294-035DA2719D34}"/>
              </a:ext>
            </a:extLst>
          </p:cNvPr>
          <p:cNvSpPr>
            <a:spLocks noGrp="1"/>
          </p:cNvSpPr>
          <p:nvPr>
            <p:ph type="body" idx="32" hasCustomPrompt="1"/>
            <p:custDataLst>
              <p:tags r:id="rId5"/>
            </p:custDataLst>
          </p:nvPr>
        </p:nvSpPr>
        <p:spPr>
          <a:xfrm>
            <a:off x="3401259" y="3092629"/>
            <a:ext cx="2592000" cy="663053"/>
          </a:xfrm>
        </p:spPr>
        <p:txBody>
          <a:bodyPr wrap="square" lIns="0" tIns="144000" rIns="108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cxnSp>
        <p:nvCxnSpPr>
          <p:cNvPr id="25" name="Straight Connector 24">
            <a:extLst>
              <a:ext uri="{FF2B5EF4-FFF2-40B4-BE49-F238E27FC236}">
                <a16:creationId xmlns:a16="http://schemas.microsoft.com/office/drawing/2014/main" id="{2BFA0644-9236-4546-CA90-0E226A5F66C4}"/>
              </a:ext>
            </a:extLst>
          </p:cNvPr>
          <p:cNvCxnSpPr>
            <a:cxnSpLocks/>
          </p:cNvCxnSpPr>
          <p:nvPr userDrawn="1"/>
        </p:nvCxnSpPr>
        <p:spPr>
          <a:xfrm flipH="1">
            <a:off x="3401259" y="309262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4" name="Text Placeholder 3">
            <a:extLst>
              <a:ext uri="{FF2B5EF4-FFF2-40B4-BE49-F238E27FC236}">
                <a16:creationId xmlns:a16="http://schemas.microsoft.com/office/drawing/2014/main" id="{B66346DE-34BE-E33D-42BE-8586A0217170}"/>
              </a:ext>
            </a:extLst>
          </p:cNvPr>
          <p:cNvSpPr>
            <a:spLocks noGrp="1"/>
          </p:cNvSpPr>
          <p:nvPr>
            <p:ph type="body" idx="33" hasCustomPrompt="1"/>
            <p:custDataLst>
              <p:tags r:id="rId6"/>
            </p:custDataLst>
          </p:nvPr>
        </p:nvSpPr>
        <p:spPr>
          <a:xfrm>
            <a:off x="6208643" y="3784085"/>
            <a:ext cx="5395982" cy="2487463"/>
          </a:xfrm>
        </p:spPr>
        <p:txBody>
          <a:bodyPr lIns="360000" tIns="108000" rIns="360000" bIns="0" anchor="t" anchorCtr="0">
            <a:noAutofit/>
          </a:bodyPr>
          <a:lstStyle>
            <a:lvl1pPr marL="0" indent="0" algn="l">
              <a:lnSpc>
                <a:spcPct val="120000"/>
              </a:lnSpc>
              <a:spcBef>
                <a:spcPts val="0"/>
              </a:spcBef>
              <a:buNone/>
              <a:defRPr sz="13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endParaRPr lang="ru-RU" dirty="0"/>
          </a:p>
        </p:txBody>
      </p:sp>
      <p:sp>
        <p:nvSpPr>
          <p:cNvPr id="5" name="Subtitle Placeholder 3">
            <a:extLst>
              <a:ext uri="{FF2B5EF4-FFF2-40B4-BE49-F238E27FC236}">
                <a16:creationId xmlns:a16="http://schemas.microsoft.com/office/drawing/2014/main" id="{60C50E0E-9FC3-5445-65B5-612042B4FCA2}"/>
              </a:ext>
            </a:extLst>
          </p:cNvPr>
          <p:cNvSpPr>
            <a:spLocks noGrp="1"/>
          </p:cNvSpPr>
          <p:nvPr>
            <p:ph type="body" idx="34" hasCustomPrompt="1"/>
            <p:custDataLst>
              <p:tags r:id="rId7"/>
            </p:custDataLst>
          </p:nvPr>
        </p:nvSpPr>
        <p:spPr>
          <a:xfrm>
            <a:off x="6209159" y="3092629"/>
            <a:ext cx="5395466" cy="663053"/>
          </a:xfrm>
        </p:spPr>
        <p:txBody>
          <a:bodyPr wrap="square" lIns="360000" tIns="144000" rIns="360000" bIns="0" anchor="ctr" anchorCtr="0">
            <a:noAutofit/>
          </a:bodyPr>
          <a:lstStyle>
            <a:lvl1pPr marL="0" indent="0" algn="l">
              <a:spcBef>
                <a:spcPts val="600"/>
              </a:spcBef>
              <a:buNone/>
              <a:defRPr sz="1800" b="0" spc="0" baseline="0">
                <a:solidFill>
                  <a:schemeClr val="bg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0" name="Title Placeholder">
            <a:extLst>
              <a:ext uri="{FF2B5EF4-FFF2-40B4-BE49-F238E27FC236}">
                <a16:creationId xmlns:a16="http://schemas.microsoft.com/office/drawing/2014/main" id="{9E3357E2-6EBD-1EF8-A6F2-B135B35B91D6}"/>
              </a:ext>
            </a:extLst>
          </p:cNvPr>
          <p:cNvSpPr>
            <a:spLocks noGrp="1"/>
          </p:cNvSpPr>
          <p:nvPr>
            <p:ph type="title" hasCustomPrompt="1"/>
            <p:custDataLst>
              <p:tags r:id="rId8"/>
            </p:custDataLst>
          </p:nvPr>
        </p:nvSpPr>
        <p:spPr>
          <a:xfrm>
            <a:off x="587377" y="1304925"/>
            <a:ext cx="11017247" cy="1255728"/>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cxnSp>
        <p:nvCxnSpPr>
          <p:cNvPr id="8" name="Straight Connector 7">
            <a:extLst>
              <a:ext uri="{FF2B5EF4-FFF2-40B4-BE49-F238E27FC236}">
                <a16:creationId xmlns:a16="http://schemas.microsoft.com/office/drawing/2014/main" id="{231477C4-A7EA-675F-153F-C65AC0016AB0}"/>
              </a:ext>
            </a:extLst>
          </p:cNvPr>
          <p:cNvCxnSpPr>
            <a:cxnSpLocks/>
          </p:cNvCxnSpPr>
          <p:nvPr userDrawn="1"/>
        </p:nvCxnSpPr>
        <p:spPr>
          <a:xfrm flipH="1">
            <a:off x="587374" y="3092629"/>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
        <p:nvSpPr>
          <p:cNvPr id="14" name="Ellipse">
            <a:extLst>
              <a:ext uri="{FF2B5EF4-FFF2-40B4-BE49-F238E27FC236}">
                <a16:creationId xmlns:a16="http://schemas.microsoft.com/office/drawing/2014/main" id="{3D235488-1260-17B6-2946-D2E6C3F277CD}"/>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6FF51F08-8CC5-6B7A-E4A8-36E1127143D1}"/>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Ellipse">
            <a:extLst>
              <a:ext uri="{FF2B5EF4-FFF2-40B4-BE49-F238E27FC236}">
                <a16:creationId xmlns:a16="http://schemas.microsoft.com/office/drawing/2014/main" id="{D4CFF748-02DF-BB6A-F1FD-9E151F4EE006}"/>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Ellipse">
            <a:extLst>
              <a:ext uri="{FF2B5EF4-FFF2-40B4-BE49-F238E27FC236}">
                <a16:creationId xmlns:a16="http://schemas.microsoft.com/office/drawing/2014/main" id="{2D03BBBE-7E2A-4A44-0695-907B88020ACA}"/>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2807574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eforeAfterV1">
    <p:bg>
      <p:bgPr>
        <a:solidFill>
          <a:schemeClr val="accent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6729D-0205-D8BC-CC22-92DB99A1FA5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6" y="3429000"/>
            <a:ext cx="5184674" cy="663053"/>
          </a:xfrm>
        </p:spPr>
        <p:txBody>
          <a:bodyPr wrap="square" lIns="0" tIns="144000" rIns="360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11017249" cy="1255728"/>
          </a:xfrm>
          <a:prstGeom prst="rect">
            <a:avLst/>
          </a:prstGeom>
        </p:spPr>
        <p:txBody>
          <a:bodyPr vert="horz" wrap="square" lIns="0" tIns="0" rIns="360000" bIns="0" rtlCol="0" anchor="t" anchorCtr="0">
            <a:spAutoFit/>
          </a:bodyPr>
          <a:lstStyle>
            <a:lvl1pPr algn="l">
              <a:lnSpc>
                <a:spcPct val="85000"/>
              </a:lnSpc>
              <a:defRPr sz="4800" b="0" spc="0" baseline="0">
                <a:solidFill>
                  <a:schemeClr val="tx1"/>
                </a:solidFill>
                <a:latin typeface="+mj-lt"/>
              </a:defRPr>
            </a:lvl1pPr>
          </a:lstStyle>
          <a:p>
            <a:pPr lvl="0"/>
            <a:r>
              <a:rPr lang="en-US" dirty="0"/>
              <a:t>Click to add text</a:t>
            </a:r>
            <a:br>
              <a:rPr lang="en-US" dirty="0"/>
            </a:br>
            <a:endParaRPr lang="ru-RU" dirty="0"/>
          </a:p>
        </p:txBody>
      </p:sp>
      <p:sp>
        <p:nvSpPr>
          <p:cNvPr id="9" name="Text Placeholder 1">
            <a:extLst>
              <a:ext uri="{FF2B5EF4-FFF2-40B4-BE49-F238E27FC236}">
                <a16:creationId xmlns:a16="http://schemas.microsoft.com/office/drawing/2014/main" id="{1CFECE27-1DD7-CC2D-70C9-2E01D1F7EDC7}"/>
              </a:ext>
            </a:extLst>
          </p:cNvPr>
          <p:cNvSpPr>
            <a:spLocks noGrp="1"/>
          </p:cNvSpPr>
          <p:nvPr>
            <p:ph type="body" idx="25" hasCustomPrompt="1"/>
            <p:custDataLst>
              <p:tags r:id="rId4"/>
            </p:custDataLst>
          </p:nvPr>
        </p:nvSpPr>
        <p:spPr>
          <a:xfrm>
            <a:off x="587376" y="4116453"/>
            <a:ext cx="5184674" cy="2153332"/>
          </a:xfrm>
        </p:spPr>
        <p:txBody>
          <a:bodyPr lIns="0" tIns="108000" rIns="360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br>
              <a:rPr lang="en-US" dirty="0"/>
            </a:br>
            <a:br>
              <a:rPr lang="en-US" dirty="0"/>
            </a:br>
            <a:br>
              <a:rPr lang="en-US" dirty="0"/>
            </a:br>
            <a:br>
              <a:rPr lang="en-US" dirty="0"/>
            </a:br>
            <a:br>
              <a:rPr lang="en-US" dirty="0"/>
            </a:br>
            <a:br>
              <a:rPr lang="en-US" dirty="0"/>
            </a:br>
            <a:endParaRPr lang="ru-RU" dirty="0"/>
          </a:p>
        </p:txBody>
      </p:sp>
      <p:cxnSp>
        <p:nvCxnSpPr>
          <p:cNvPr id="11" name="Straight Connector 10">
            <a:extLst>
              <a:ext uri="{FF2B5EF4-FFF2-40B4-BE49-F238E27FC236}">
                <a16:creationId xmlns:a16="http://schemas.microsoft.com/office/drawing/2014/main" id="{74463DF0-FE8F-0DB4-2328-FEE41C843F51}"/>
              </a:ext>
            </a:extLst>
          </p:cNvPr>
          <p:cNvCxnSpPr>
            <a:cxnSpLocks/>
          </p:cNvCxnSpPr>
          <p:nvPr userDrawn="1"/>
        </p:nvCxnSpPr>
        <p:spPr>
          <a:xfrm flipH="1">
            <a:off x="586860" y="3405338"/>
            <a:ext cx="720000" cy="0"/>
          </a:xfrm>
          <a:prstGeom prst="line">
            <a:avLst/>
          </a:prstGeom>
          <a:ln w="63500">
            <a:solidFill>
              <a:schemeClr val="tx1"/>
            </a:solidFill>
          </a:ln>
        </p:spPr>
        <p:style>
          <a:lnRef idx="1">
            <a:schemeClr val="accent2"/>
          </a:lnRef>
          <a:fillRef idx="0">
            <a:schemeClr val="accent2"/>
          </a:fillRef>
          <a:effectRef idx="0">
            <a:schemeClr val="accent2"/>
          </a:effectRef>
          <a:fontRef idx="minor">
            <a:schemeClr val="tx1"/>
          </a:fontRef>
        </p:style>
      </p:cxnSp>
      <p:sp>
        <p:nvSpPr>
          <p:cNvPr id="6" name="Ellipse">
            <a:extLst>
              <a:ext uri="{FF2B5EF4-FFF2-40B4-BE49-F238E27FC236}">
                <a16:creationId xmlns:a16="http://schemas.microsoft.com/office/drawing/2014/main" id="{6478CE96-D904-6F3A-4B3B-B207703C1E9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36858D5-F0DD-882E-1BF3-09BC2213232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176AF0BB-EC44-8BF8-FA93-25E4AFE3BC6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E33EECD0-4A78-DF33-46F8-397A58640900}"/>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Subtitle Placeholder 2">
            <a:extLst>
              <a:ext uri="{FF2B5EF4-FFF2-40B4-BE49-F238E27FC236}">
                <a16:creationId xmlns:a16="http://schemas.microsoft.com/office/drawing/2014/main" id="{4E6E82A3-0894-C7DF-1044-0743EF941E2B}"/>
              </a:ext>
            </a:extLst>
          </p:cNvPr>
          <p:cNvSpPr>
            <a:spLocks noGrp="1"/>
          </p:cNvSpPr>
          <p:nvPr>
            <p:ph type="body" idx="27" hasCustomPrompt="1"/>
            <p:custDataLst>
              <p:tags r:id="rId5"/>
            </p:custDataLst>
          </p:nvPr>
        </p:nvSpPr>
        <p:spPr>
          <a:xfrm>
            <a:off x="6419901" y="3429000"/>
            <a:ext cx="5184674" cy="663053"/>
          </a:xfrm>
        </p:spPr>
        <p:txBody>
          <a:bodyPr wrap="square" lIns="360000" tIns="144000" rIns="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sp>
        <p:nvSpPr>
          <p:cNvPr id="14" name="Text Placeholder 2">
            <a:extLst>
              <a:ext uri="{FF2B5EF4-FFF2-40B4-BE49-F238E27FC236}">
                <a16:creationId xmlns:a16="http://schemas.microsoft.com/office/drawing/2014/main" id="{D872403E-0A2E-CD0F-4774-49D3E4C52A16}"/>
              </a:ext>
            </a:extLst>
          </p:cNvPr>
          <p:cNvSpPr>
            <a:spLocks noGrp="1"/>
          </p:cNvSpPr>
          <p:nvPr>
            <p:ph type="body" idx="28" hasCustomPrompt="1"/>
            <p:custDataLst>
              <p:tags r:id="rId6"/>
            </p:custDataLst>
          </p:nvPr>
        </p:nvSpPr>
        <p:spPr>
          <a:xfrm>
            <a:off x="6419901" y="4116453"/>
            <a:ext cx="5184674" cy="2153332"/>
          </a:xfrm>
        </p:spPr>
        <p:txBody>
          <a:bodyPr lIns="36000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br>
              <a:rPr lang="en-US" dirty="0"/>
            </a:br>
            <a:br>
              <a:rPr lang="en-US" dirty="0"/>
            </a:br>
            <a:br>
              <a:rPr lang="en-US" dirty="0"/>
            </a:br>
            <a:br>
              <a:rPr lang="en-US" dirty="0"/>
            </a:br>
            <a:br>
              <a:rPr lang="en-US" dirty="0"/>
            </a:br>
            <a:br>
              <a:rPr lang="en-US" dirty="0"/>
            </a:br>
            <a:br>
              <a:rPr lang="en-US" dirty="0"/>
            </a:br>
            <a:endParaRPr lang="ru-RU" dirty="0"/>
          </a:p>
        </p:txBody>
      </p:sp>
      <p:cxnSp>
        <p:nvCxnSpPr>
          <p:cNvPr id="15" name="Straight Connector 14">
            <a:extLst>
              <a:ext uri="{FF2B5EF4-FFF2-40B4-BE49-F238E27FC236}">
                <a16:creationId xmlns:a16="http://schemas.microsoft.com/office/drawing/2014/main" id="{3966C679-4EA5-8572-4C76-8329480B5BE5}"/>
              </a:ext>
            </a:extLst>
          </p:cNvPr>
          <p:cNvCxnSpPr>
            <a:cxnSpLocks/>
          </p:cNvCxnSpPr>
          <p:nvPr userDrawn="1"/>
        </p:nvCxnSpPr>
        <p:spPr>
          <a:xfrm flipH="1">
            <a:off x="6800385" y="3405338"/>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grpSp>
        <p:nvGrpSpPr>
          <p:cNvPr id="19" name="Group 18">
            <a:extLst>
              <a:ext uri="{FF2B5EF4-FFF2-40B4-BE49-F238E27FC236}">
                <a16:creationId xmlns:a16="http://schemas.microsoft.com/office/drawing/2014/main" id="{480D56EC-CA56-C95B-1F3E-221BE2A0ED43}"/>
              </a:ext>
            </a:extLst>
          </p:cNvPr>
          <p:cNvGrpSpPr/>
          <p:nvPr userDrawn="1"/>
        </p:nvGrpSpPr>
        <p:grpSpPr>
          <a:xfrm>
            <a:off x="5845370" y="4599884"/>
            <a:ext cx="501261" cy="501261"/>
            <a:chOff x="5845370" y="4599884"/>
            <a:chExt cx="501261" cy="501261"/>
          </a:xfrm>
        </p:grpSpPr>
        <p:sp>
          <p:nvSpPr>
            <p:cNvPr id="17" name="Ellipse">
              <a:extLst>
                <a:ext uri="{FF2B5EF4-FFF2-40B4-BE49-F238E27FC236}">
                  <a16:creationId xmlns:a16="http://schemas.microsoft.com/office/drawing/2014/main" id="{E1E5C7AC-F34D-F010-9032-C3B034A9F84F}"/>
                </a:ext>
              </a:extLst>
            </p:cNvPr>
            <p:cNvSpPr/>
            <p:nvPr userDrawn="1"/>
          </p:nvSpPr>
          <p:spPr>
            <a:xfrm>
              <a:off x="5845370" y="4599884"/>
              <a:ext cx="501261" cy="50126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 name="Graphic 17" descr="Play with solid fill">
              <a:extLst>
                <a:ext uri="{FF2B5EF4-FFF2-40B4-BE49-F238E27FC236}">
                  <a16:creationId xmlns:a16="http://schemas.microsoft.com/office/drawing/2014/main" id="{F486D570-AD0A-D214-B703-8DACF8A2D32F}"/>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6004706" y="4743980"/>
              <a:ext cx="213068" cy="213068"/>
            </a:xfrm>
            <a:prstGeom prst="rect">
              <a:avLst/>
            </a:prstGeom>
          </p:spPr>
        </p:pic>
      </p:grpSp>
    </p:spTree>
    <p:extLst>
      <p:ext uri="{BB962C8B-B14F-4D97-AF65-F5344CB8AC3E}">
        <p14:creationId xmlns:p14="http://schemas.microsoft.com/office/powerpoint/2010/main" val="5900669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6" name="Ellipse">
            <a:extLst>
              <a:ext uri="{FF2B5EF4-FFF2-40B4-BE49-F238E27FC236}">
                <a16:creationId xmlns:a16="http://schemas.microsoft.com/office/drawing/2014/main" id="{6478CE96-D904-6F3A-4B3B-B207703C1E90}"/>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36858D5-F0DD-882E-1BF3-09BC22132326}"/>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 name="Ellipse">
            <a:extLst>
              <a:ext uri="{FF2B5EF4-FFF2-40B4-BE49-F238E27FC236}">
                <a16:creationId xmlns:a16="http://schemas.microsoft.com/office/drawing/2014/main" id="{176AF0BB-EC44-8BF8-FA93-25E4AFE3BC6D}"/>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E33EECD0-4A78-DF33-46F8-397A58640900}"/>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 name="Graphic 3" descr="Open quotation mark with solid fill">
            <a:extLst>
              <a:ext uri="{FF2B5EF4-FFF2-40B4-BE49-F238E27FC236}">
                <a16:creationId xmlns:a16="http://schemas.microsoft.com/office/drawing/2014/main" id="{0106F341-1F56-B1A5-B1C3-E90E708DD99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6068" y="1412240"/>
            <a:ext cx="1054644" cy="1054644"/>
          </a:xfrm>
          <a:prstGeom prst="rect">
            <a:avLst/>
          </a:prstGeom>
        </p:spPr>
      </p:pic>
      <p:sp>
        <p:nvSpPr>
          <p:cNvPr id="5" name="Title Placeholder">
            <a:extLst>
              <a:ext uri="{FF2B5EF4-FFF2-40B4-BE49-F238E27FC236}">
                <a16:creationId xmlns:a16="http://schemas.microsoft.com/office/drawing/2014/main" id="{E1FE5773-9A62-C22C-94FF-028B5DC3357C}"/>
              </a:ext>
            </a:extLst>
          </p:cNvPr>
          <p:cNvSpPr>
            <a:spLocks noGrp="1"/>
          </p:cNvSpPr>
          <p:nvPr>
            <p:ph type="title" hasCustomPrompt="1"/>
            <p:custDataLst>
              <p:tags r:id="rId2"/>
            </p:custDataLst>
          </p:nvPr>
        </p:nvSpPr>
        <p:spPr>
          <a:xfrm>
            <a:off x="1660101" y="2173272"/>
            <a:ext cx="8871799" cy="2511457"/>
          </a:xfrm>
          <a:prstGeom prst="rect">
            <a:avLst/>
          </a:prstGeom>
        </p:spPr>
        <p:txBody>
          <a:bodyPr vert="horz" wrap="square" lIns="0" tIns="0" rIns="0" bIns="0" rtlCol="0" anchor="ctr" anchorCtr="0">
            <a:noAutofit/>
          </a:bodyPr>
          <a:lstStyle>
            <a:lvl1pPr algn="ctr">
              <a:lnSpc>
                <a:spcPct val="85000"/>
              </a:lnSpc>
              <a:defRPr sz="4800" b="0" spc="0">
                <a:solidFill>
                  <a:schemeClr val="tx1"/>
                </a:solidFill>
                <a:latin typeface="+mj-lt"/>
              </a:defRPr>
            </a:lvl1pPr>
          </a:lstStyle>
          <a:p>
            <a:pPr lvl="0"/>
            <a:r>
              <a:rPr lang="en-US" dirty="0"/>
              <a:t>Click to add text</a:t>
            </a:r>
            <a:endParaRPr lang="ru-RU" dirty="0"/>
          </a:p>
        </p:txBody>
      </p:sp>
      <p:sp>
        <p:nvSpPr>
          <p:cNvPr id="16" name="Text Placeholder 2">
            <a:extLst>
              <a:ext uri="{FF2B5EF4-FFF2-40B4-BE49-F238E27FC236}">
                <a16:creationId xmlns:a16="http://schemas.microsoft.com/office/drawing/2014/main" id="{0DFA3B9A-DE85-A17A-6E32-09C528165D1C}"/>
              </a:ext>
            </a:extLst>
          </p:cNvPr>
          <p:cNvSpPr>
            <a:spLocks noGrp="1"/>
          </p:cNvSpPr>
          <p:nvPr>
            <p:ph type="body" idx="27" hasCustomPrompt="1"/>
            <p:custDataLst>
              <p:tags r:id="rId3"/>
            </p:custDataLst>
          </p:nvPr>
        </p:nvSpPr>
        <p:spPr>
          <a:xfrm>
            <a:off x="4116388" y="5548984"/>
            <a:ext cx="3959225" cy="724814"/>
          </a:xfrm>
        </p:spPr>
        <p:txBody>
          <a:bodyPr lIns="0" tIns="0" rIns="0" bIns="0" anchor="ctr" anchorCtr="0">
            <a:noAutofit/>
          </a:bodyPr>
          <a:lstStyle>
            <a:lvl1pPr marL="0" indent="0" algn="ctr">
              <a:lnSpc>
                <a:spcPct val="120000"/>
              </a:lnSpc>
              <a:spcBef>
                <a:spcPts val="60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add text</a:t>
            </a:r>
          </a:p>
        </p:txBody>
      </p:sp>
      <p:pic>
        <p:nvPicPr>
          <p:cNvPr id="20" name="Graphic 19" descr="Open quotation mark with solid fill">
            <a:extLst>
              <a:ext uri="{FF2B5EF4-FFF2-40B4-BE49-F238E27FC236}">
                <a16:creationId xmlns:a16="http://schemas.microsoft.com/office/drawing/2014/main" id="{0D8E1D0A-1F39-F1FB-7F1A-5E0BCC204D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10547420" y="4401277"/>
            <a:ext cx="1054644" cy="1054644"/>
          </a:xfrm>
          <a:prstGeom prst="rect">
            <a:avLst/>
          </a:prstGeom>
        </p:spPr>
      </p:pic>
    </p:spTree>
    <p:extLst>
      <p:ext uri="{BB962C8B-B14F-4D97-AF65-F5344CB8AC3E}">
        <p14:creationId xmlns:p14="http://schemas.microsoft.com/office/powerpoint/2010/main" val="312437642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ourcesV1">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DDBFBF-A36D-7DB7-E2E3-4BB852A77C4C}"/>
              </a:ext>
            </a:extLst>
          </p:cNvPr>
          <p:cNvSpPr/>
          <p:nvPr userDrawn="1"/>
        </p:nvSpPr>
        <p:spPr>
          <a:xfrm>
            <a:off x="4116387" y="1304925"/>
            <a:ext cx="8075613" cy="496799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Ellipse">
            <a:extLst>
              <a:ext uri="{FF2B5EF4-FFF2-40B4-BE49-F238E27FC236}">
                <a16:creationId xmlns:a16="http://schemas.microsoft.com/office/drawing/2014/main" id="{B3F60231-9D97-1DFE-4E62-3DEE94141707}"/>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C8AA1D0-88EF-C1D2-A68A-A85526A175AE}"/>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Ellipse">
            <a:extLst>
              <a:ext uri="{FF2B5EF4-FFF2-40B4-BE49-F238E27FC236}">
                <a16:creationId xmlns:a16="http://schemas.microsoft.com/office/drawing/2014/main" id="{48D968F9-1EE4-7C02-2C03-EE4C38E8FE33}"/>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F4BD4535-87B2-CC66-8FA9-1629A5897781}"/>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3CFFB952-91FD-13CD-2D03-E447ABA2B3B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add text</a:t>
            </a:r>
            <a:endParaRPr lang="ru-RU" dirty="0"/>
          </a:p>
        </p:txBody>
      </p:sp>
      <p:sp>
        <p:nvSpPr>
          <p:cNvPr id="3" name="Title Placeholder">
            <a:extLst>
              <a:ext uri="{FF2B5EF4-FFF2-40B4-BE49-F238E27FC236}">
                <a16:creationId xmlns:a16="http://schemas.microsoft.com/office/drawing/2014/main" id="{255137B3-B9B0-FB09-E2A0-0F2819488162}"/>
              </a:ext>
            </a:extLst>
          </p:cNvPr>
          <p:cNvSpPr>
            <a:spLocks noGrp="1"/>
          </p:cNvSpPr>
          <p:nvPr>
            <p:ph type="title" hasCustomPrompt="1"/>
            <p:custDataLst>
              <p:tags r:id="rId2"/>
            </p:custDataLst>
          </p:nvPr>
        </p:nvSpPr>
        <p:spPr>
          <a:xfrm>
            <a:off x="587375" y="2847128"/>
            <a:ext cx="3529013" cy="1883593"/>
          </a:xfrm>
          <a:prstGeom prst="rect">
            <a:avLst/>
          </a:prstGeom>
        </p:spPr>
        <p:txBody>
          <a:bodyPr vert="horz" wrap="square" lIns="0" tIns="0" rIns="360000" bIns="0" rtlCol="0" anchor="ctr" anchorCtr="0">
            <a:noAutofit/>
          </a:bodyPr>
          <a:lstStyle>
            <a:lvl1pPr algn="l">
              <a:lnSpc>
                <a:spcPct val="85000"/>
              </a:lnSpc>
              <a:defRPr sz="4800" b="0" spc="0" baseline="0">
                <a:solidFill>
                  <a:schemeClr val="tx1"/>
                </a:solidFill>
                <a:latin typeface="+mj-lt"/>
              </a:defRPr>
            </a:lvl1pPr>
          </a:lstStyle>
          <a:p>
            <a:pPr lvl="0"/>
            <a:r>
              <a:rPr lang="en-US" dirty="0"/>
              <a:t>Click to add text</a:t>
            </a:r>
            <a:endParaRPr lang="ru-RU" dirty="0"/>
          </a:p>
        </p:txBody>
      </p:sp>
      <p:sp>
        <p:nvSpPr>
          <p:cNvPr id="7" name="Text Placeholder 6">
            <a:extLst>
              <a:ext uri="{FF2B5EF4-FFF2-40B4-BE49-F238E27FC236}">
                <a16:creationId xmlns:a16="http://schemas.microsoft.com/office/drawing/2014/main" id="{0DF870CD-BE5E-ED94-F6A5-AB67B2BCCD0D}"/>
              </a:ext>
            </a:extLst>
          </p:cNvPr>
          <p:cNvSpPr>
            <a:spLocks noGrp="1"/>
          </p:cNvSpPr>
          <p:nvPr>
            <p:ph type="body" sz="quarter" idx="24"/>
            <p:custDataLst>
              <p:tags r:id="rId3"/>
            </p:custDataLst>
          </p:nvPr>
        </p:nvSpPr>
        <p:spPr>
          <a:xfrm>
            <a:off x="4332625" y="1520924"/>
            <a:ext cx="7272000" cy="4752000"/>
          </a:xfrm>
        </p:spPr>
        <p:txBody>
          <a:bodyPr lIns="216000" tIns="216000" rIns="0" bIns="216000" anchor="ctr" anchorCtr="0">
            <a:noAutofit/>
          </a:bodyPr>
          <a:lstStyle>
            <a:lvl1pPr marL="228600" indent="-228600">
              <a:buClr>
                <a:schemeClr val="accent1"/>
              </a:buClr>
              <a:buFont typeface="Wingdings" panose="05000000000000000000" pitchFamily="2" charset="2"/>
              <a:buChar char="§"/>
              <a:defRPr sz="1300"/>
            </a:lvl1pPr>
            <a:lvl2pPr marL="685800" indent="-228600">
              <a:buClr>
                <a:schemeClr val="accent1"/>
              </a:buClr>
              <a:buFont typeface="Wingdings" panose="05000000000000000000" pitchFamily="2" charset="2"/>
              <a:buChar char="§"/>
              <a:defRPr sz="1300"/>
            </a:lvl2pPr>
            <a:lvl3pPr marL="1143000" indent="-228600">
              <a:buClr>
                <a:schemeClr val="accent1"/>
              </a:buClr>
              <a:buFont typeface="Wingdings" panose="05000000000000000000" pitchFamily="2" charset="2"/>
              <a:buChar char="§"/>
              <a:defRPr sz="1300"/>
            </a:lvl3pPr>
            <a:lvl4pPr marL="1600200" indent="-228600">
              <a:buClr>
                <a:schemeClr val="accent1"/>
              </a:buClr>
              <a:buFont typeface="Wingdings" panose="05000000000000000000" pitchFamily="2" charset="2"/>
              <a:buChar char="§"/>
              <a:defRPr sz="1300"/>
            </a:lvl4pPr>
            <a:lvl5pPr marL="2057400" indent="-228600">
              <a:buClr>
                <a:schemeClr val="accent1"/>
              </a:buClr>
              <a:buFont typeface="Wingdings" panose="05000000000000000000" pitchFamily="2" charset="2"/>
              <a:buChar char="§"/>
              <a:defRPr sz="1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Tree>
    <p:extLst>
      <p:ext uri="{BB962C8B-B14F-4D97-AF65-F5344CB8AC3E}">
        <p14:creationId xmlns:p14="http://schemas.microsoft.com/office/powerpoint/2010/main" val="394823725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box5V1">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1255728"/>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br>
              <a:rPr lang="en-US"/>
            </a:b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 Placeholder">
            <a:extLst>
              <a:ext uri="{FF2B5EF4-FFF2-40B4-BE49-F238E27FC236}">
                <a16:creationId xmlns:a16="http://schemas.microsoft.com/office/drawing/2014/main" id="{E37506F1-5AC6-CE06-7A90-693063A5232E}"/>
              </a:ext>
            </a:extLst>
          </p:cNvPr>
          <p:cNvSpPr>
            <a:spLocks noGrp="1"/>
          </p:cNvSpPr>
          <p:nvPr>
            <p:ph type="body" idx="25" hasCustomPrompt="1"/>
            <p:custDataLst>
              <p:tags r:id="rId3"/>
            </p:custDataLst>
          </p:nvPr>
        </p:nvSpPr>
        <p:spPr>
          <a:xfrm>
            <a:off x="587374" y="4030313"/>
            <a:ext cx="2016000" cy="2247397"/>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8" name="Text Placeholder">
            <a:extLst>
              <a:ext uri="{FF2B5EF4-FFF2-40B4-BE49-F238E27FC236}">
                <a16:creationId xmlns:a16="http://schemas.microsoft.com/office/drawing/2014/main" id="{A0CEA808-1451-3CCA-FE09-7A09D2FFCD1E}"/>
              </a:ext>
            </a:extLst>
          </p:cNvPr>
          <p:cNvSpPr>
            <a:spLocks noGrp="1"/>
          </p:cNvSpPr>
          <p:nvPr>
            <p:ph type="body" idx="29" hasCustomPrompt="1"/>
            <p:custDataLst>
              <p:tags r:id="rId4"/>
            </p:custDataLst>
          </p:nvPr>
        </p:nvSpPr>
        <p:spPr>
          <a:xfrm>
            <a:off x="2836747" y="4030313"/>
            <a:ext cx="2016000" cy="224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9" name="Subtitle Placeholder">
            <a:extLst>
              <a:ext uri="{FF2B5EF4-FFF2-40B4-BE49-F238E27FC236}">
                <a16:creationId xmlns:a16="http://schemas.microsoft.com/office/drawing/2014/main" id="{E441AAD9-1923-AA16-DA14-24F25B80F04B}"/>
              </a:ext>
            </a:extLst>
          </p:cNvPr>
          <p:cNvSpPr>
            <a:spLocks noGrp="1"/>
          </p:cNvSpPr>
          <p:nvPr>
            <p:ph type="body" idx="31" hasCustomPrompt="1"/>
            <p:custDataLst>
              <p:tags r:id="rId5"/>
            </p:custDataLst>
          </p:nvPr>
        </p:nvSpPr>
        <p:spPr>
          <a:xfrm>
            <a:off x="587374" y="3301348"/>
            <a:ext cx="2016000" cy="699404"/>
          </a:xfrm>
        </p:spPr>
        <p:txBody>
          <a:bodyPr wrap="square" lIns="0" tIns="14400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0" name="Subtitle Placeholder">
            <a:extLst>
              <a:ext uri="{FF2B5EF4-FFF2-40B4-BE49-F238E27FC236}">
                <a16:creationId xmlns:a16="http://schemas.microsoft.com/office/drawing/2014/main" id="{DB20150E-F1B1-6862-833F-1B47604459D3}"/>
              </a:ext>
            </a:extLst>
          </p:cNvPr>
          <p:cNvSpPr>
            <a:spLocks noGrp="1"/>
          </p:cNvSpPr>
          <p:nvPr>
            <p:ph type="body" idx="36" hasCustomPrompt="1"/>
            <p:custDataLst>
              <p:tags r:id="rId6"/>
            </p:custDataLst>
          </p:nvPr>
        </p:nvSpPr>
        <p:spPr>
          <a:xfrm>
            <a:off x="2836747" y="3301348"/>
            <a:ext cx="2016000" cy="699404"/>
          </a:xfrm>
        </p:spPr>
        <p:txBody>
          <a:bodyPr wrap="square" lIns="0" tIns="14400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11" name="Text Placeholder">
            <a:extLst>
              <a:ext uri="{FF2B5EF4-FFF2-40B4-BE49-F238E27FC236}">
                <a16:creationId xmlns:a16="http://schemas.microsoft.com/office/drawing/2014/main" id="{80711496-43E6-9FC0-2547-4400FAC1B1A0}"/>
              </a:ext>
            </a:extLst>
          </p:cNvPr>
          <p:cNvSpPr>
            <a:spLocks noGrp="1"/>
          </p:cNvSpPr>
          <p:nvPr>
            <p:ph type="body" idx="39" hasCustomPrompt="1"/>
            <p:custDataLst>
              <p:tags r:id="rId7"/>
            </p:custDataLst>
          </p:nvPr>
        </p:nvSpPr>
        <p:spPr>
          <a:xfrm>
            <a:off x="5086120" y="4030313"/>
            <a:ext cx="2016000" cy="224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br>
              <a:rPr lang="en-US"/>
            </a:br>
            <a:endParaRPr lang="ru-RU" dirty="0"/>
          </a:p>
        </p:txBody>
      </p:sp>
      <p:sp>
        <p:nvSpPr>
          <p:cNvPr id="12" name="Subtitle Placeholder">
            <a:extLst>
              <a:ext uri="{FF2B5EF4-FFF2-40B4-BE49-F238E27FC236}">
                <a16:creationId xmlns:a16="http://schemas.microsoft.com/office/drawing/2014/main" id="{CFC70690-7AF3-31D2-C578-D4606F538A3F}"/>
              </a:ext>
            </a:extLst>
          </p:cNvPr>
          <p:cNvSpPr>
            <a:spLocks noGrp="1"/>
          </p:cNvSpPr>
          <p:nvPr>
            <p:ph type="body" idx="40" hasCustomPrompt="1"/>
            <p:custDataLst>
              <p:tags r:id="rId8"/>
            </p:custDataLst>
          </p:nvPr>
        </p:nvSpPr>
        <p:spPr>
          <a:xfrm>
            <a:off x="5086120" y="3301348"/>
            <a:ext cx="2016000" cy="699404"/>
          </a:xfrm>
        </p:spPr>
        <p:txBody>
          <a:bodyPr wrap="square" lIns="0" tIns="14400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2" name="Text Placeholder">
            <a:extLst>
              <a:ext uri="{FF2B5EF4-FFF2-40B4-BE49-F238E27FC236}">
                <a16:creationId xmlns:a16="http://schemas.microsoft.com/office/drawing/2014/main" id="{FCCEEDC5-9D03-EE72-8E04-2CAAFF782389}"/>
              </a:ext>
            </a:extLst>
          </p:cNvPr>
          <p:cNvSpPr>
            <a:spLocks noGrp="1"/>
          </p:cNvSpPr>
          <p:nvPr>
            <p:ph type="body" idx="45" hasCustomPrompt="1"/>
            <p:custDataLst>
              <p:tags r:id="rId9"/>
            </p:custDataLst>
          </p:nvPr>
        </p:nvSpPr>
        <p:spPr>
          <a:xfrm>
            <a:off x="7335493" y="4029513"/>
            <a:ext cx="2016000" cy="2246400"/>
          </a:xfrm>
        </p:spPr>
        <p:txBody>
          <a:bodyPr lIns="0" tIns="108000" rIns="7200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5" name="Subtitle Placeholder">
            <a:extLst>
              <a:ext uri="{FF2B5EF4-FFF2-40B4-BE49-F238E27FC236}">
                <a16:creationId xmlns:a16="http://schemas.microsoft.com/office/drawing/2014/main" id="{3872F6A2-0355-178E-18F0-F03A1B267813}"/>
              </a:ext>
            </a:extLst>
          </p:cNvPr>
          <p:cNvSpPr>
            <a:spLocks noGrp="1"/>
          </p:cNvSpPr>
          <p:nvPr>
            <p:ph type="body" idx="46" hasCustomPrompt="1"/>
            <p:custDataLst>
              <p:tags r:id="rId10"/>
            </p:custDataLst>
          </p:nvPr>
        </p:nvSpPr>
        <p:spPr>
          <a:xfrm>
            <a:off x="7335493" y="3301348"/>
            <a:ext cx="2016000" cy="699404"/>
          </a:xfrm>
        </p:spPr>
        <p:txBody>
          <a:bodyPr wrap="square" lIns="0" tIns="14400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sp>
        <p:nvSpPr>
          <p:cNvPr id="35" name="Text Placeholder">
            <a:extLst>
              <a:ext uri="{FF2B5EF4-FFF2-40B4-BE49-F238E27FC236}">
                <a16:creationId xmlns:a16="http://schemas.microsoft.com/office/drawing/2014/main" id="{6706F182-7111-5D39-B84E-1E493CD9AED9}"/>
              </a:ext>
            </a:extLst>
          </p:cNvPr>
          <p:cNvSpPr>
            <a:spLocks noGrp="1"/>
          </p:cNvSpPr>
          <p:nvPr>
            <p:ph type="body" idx="48" hasCustomPrompt="1"/>
            <p:custDataLst>
              <p:tags r:id="rId11"/>
            </p:custDataLst>
          </p:nvPr>
        </p:nvSpPr>
        <p:spPr>
          <a:xfrm>
            <a:off x="9584351" y="4029979"/>
            <a:ext cx="2016000" cy="2246400"/>
          </a:xfrm>
        </p:spPr>
        <p:txBody>
          <a:bodyPr lIns="0" tIns="108000" rIns="0" bIns="0" anchor="t" anchorCtr="0">
            <a:noAutofit/>
          </a:bodyPr>
          <a:lstStyle>
            <a:lvl1pPr marL="0" indent="0" algn="l">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ru-RU" dirty="0"/>
          </a:p>
        </p:txBody>
      </p:sp>
      <p:sp>
        <p:nvSpPr>
          <p:cNvPr id="36" name="Subtitle Placeholder">
            <a:extLst>
              <a:ext uri="{FF2B5EF4-FFF2-40B4-BE49-F238E27FC236}">
                <a16:creationId xmlns:a16="http://schemas.microsoft.com/office/drawing/2014/main" id="{FBD1C0D4-1E94-70CA-C4BB-10B19C976ABD}"/>
              </a:ext>
            </a:extLst>
          </p:cNvPr>
          <p:cNvSpPr>
            <a:spLocks noGrp="1"/>
          </p:cNvSpPr>
          <p:nvPr>
            <p:ph type="body" idx="49" hasCustomPrompt="1"/>
            <p:custDataLst>
              <p:tags r:id="rId12"/>
            </p:custDataLst>
          </p:nvPr>
        </p:nvSpPr>
        <p:spPr>
          <a:xfrm>
            <a:off x="9584867" y="3301814"/>
            <a:ext cx="2016000" cy="699404"/>
          </a:xfrm>
        </p:spPr>
        <p:txBody>
          <a:bodyPr wrap="square" lIns="0" tIns="144000" rIns="72000" bIns="0" anchor="ctr" anchorCtr="0">
            <a:noAutofit/>
          </a:bodyPr>
          <a:lstStyle>
            <a:lvl1pPr marL="0" indent="0" algn="l">
              <a:spcBef>
                <a:spcPts val="600"/>
              </a:spcBef>
              <a:buNone/>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endParaRPr lang="en-US" dirty="0"/>
          </a:p>
        </p:txBody>
      </p:sp>
      <p:cxnSp>
        <p:nvCxnSpPr>
          <p:cNvPr id="6" name="Straight Connector 5">
            <a:extLst>
              <a:ext uri="{FF2B5EF4-FFF2-40B4-BE49-F238E27FC236}">
                <a16:creationId xmlns:a16="http://schemas.microsoft.com/office/drawing/2014/main" id="{61B01060-7F4A-A825-703E-1C4484E9F1D6}"/>
              </a:ext>
            </a:extLst>
          </p:cNvPr>
          <p:cNvCxnSpPr>
            <a:cxnSpLocks/>
          </p:cNvCxnSpPr>
          <p:nvPr userDrawn="1"/>
        </p:nvCxnSpPr>
        <p:spPr>
          <a:xfrm flipH="1">
            <a:off x="2836747" y="3237395"/>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67A1BAA-1084-D5FA-E070-CC41DEC98972}"/>
              </a:ext>
            </a:extLst>
          </p:cNvPr>
          <p:cNvCxnSpPr>
            <a:cxnSpLocks/>
          </p:cNvCxnSpPr>
          <p:nvPr userDrawn="1"/>
        </p:nvCxnSpPr>
        <p:spPr>
          <a:xfrm flipH="1">
            <a:off x="5086120" y="3237395"/>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2B51B4EA-95E3-0E4E-375A-8E2A796C3F58}"/>
              </a:ext>
            </a:extLst>
          </p:cNvPr>
          <p:cNvCxnSpPr>
            <a:cxnSpLocks/>
          </p:cNvCxnSpPr>
          <p:nvPr userDrawn="1"/>
        </p:nvCxnSpPr>
        <p:spPr>
          <a:xfrm flipH="1">
            <a:off x="587374" y="3237395"/>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10FF0FD1-01A7-C695-3ECA-DE62EE019E68}"/>
              </a:ext>
            </a:extLst>
          </p:cNvPr>
          <p:cNvCxnSpPr>
            <a:cxnSpLocks/>
          </p:cNvCxnSpPr>
          <p:nvPr userDrawn="1"/>
        </p:nvCxnSpPr>
        <p:spPr>
          <a:xfrm flipH="1">
            <a:off x="7335493" y="3237395"/>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EBEBD72D-4052-BE6A-D955-1775E7E2407F}"/>
              </a:ext>
            </a:extLst>
          </p:cNvPr>
          <p:cNvCxnSpPr>
            <a:cxnSpLocks/>
          </p:cNvCxnSpPr>
          <p:nvPr userDrawn="1"/>
        </p:nvCxnSpPr>
        <p:spPr>
          <a:xfrm flipH="1">
            <a:off x="9584867" y="3237395"/>
            <a:ext cx="720000" cy="0"/>
          </a:xfrm>
          <a:prstGeom prst="line">
            <a:avLst/>
          </a:prstGeom>
          <a:ln w="63500">
            <a:solidFill>
              <a:schemeClr val="accent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628710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7" name="Sub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235449"/>
          </a:xfrm>
          <a:prstGeom prst="rect">
            <a:avLst/>
          </a:prstGeom>
        </p:spPr>
        <p:txBody>
          <a:bodyPr vert="horz" wrap="square" lIns="0" tIns="0" rIns="0" bIns="0" rtlCol="0" anchor="t" anchorCtr="0">
            <a:noAutofit/>
          </a:bodyPr>
          <a:lstStyle>
            <a:lvl1pPr algn="l">
              <a:lnSpc>
                <a:spcPct val="85000"/>
              </a:lnSpc>
              <a:defRPr sz="1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486BE160-6D53-B50F-4078-DC7D534A3302}"/>
              </a:ext>
            </a:extLst>
          </p:cNvPr>
          <p:cNvSpPr>
            <a:spLocks noGrp="1"/>
          </p:cNvSpPr>
          <p:nvPr>
            <p:ph type="body" idx="26"/>
            <p:custDataLst>
              <p:tags r:id="rId3"/>
            </p:custDataLst>
          </p:nvPr>
        </p:nvSpPr>
        <p:spPr>
          <a:xfrm>
            <a:off x="588000" y="5815918"/>
            <a:ext cx="11016000" cy="457882"/>
          </a:xfrm>
        </p:spPr>
        <p:txBody>
          <a:bodyPr lIns="0" tIns="0" rIns="0" bIns="0" anchor="b" anchorCtr="0">
            <a:noAutofit/>
          </a:bodyPr>
          <a:lstStyle>
            <a:lvl1pPr marL="0" indent="0" algn="ctr">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Picture Placeholder 11">
            <a:extLst>
              <a:ext uri="{FF2B5EF4-FFF2-40B4-BE49-F238E27FC236}">
                <a16:creationId xmlns:a16="http://schemas.microsoft.com/office/drawing/2014/main" id="{44CEB23D-1D5C-1007-7901-C8449E8A1DE8}"/>
              </a:ext>
            </a:extLst>
          </p:cNvPr>
          <p:cNvSpPr>
            <a:spLocks noGrp="1"/>
          </p:cNvSpPr>
          <p:nvPr>
            <p:ph type="pic" sz="quarter" idx="27"/>
          </p:nvPr>
        </p:nvSpPr>
        <p:spPr>
          <a:xfrm>
            <a:off x="587375" y="1658840"/>
            <a:ext cx="11017250" cy="4079720"/>
          </a:xfrm>
          <a:prstGeom prst="rect">
            <a:avLst/>
          </a:prstGeom>
        </p:spPr>
        <p:txBody>
          <a:bodyPr/>
          <a:lstStyle/>
          <a:p>
            <a:endParaRPr lang="ru-RU"/>
          </a:p>
        </p:txBody>
      </p:sp>
    </p:spTree>
    <p:extLst>
      <p:ext uri="{BB962C8B-B14F-4D97-AF65-F5344CB8AC3E}">
        <p14:creationId xmlns:p14="http://schemas.microsoft.com/office/powerpoint/2010/main" val="31069988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Image-bullets">
    <p:bg>
      <p:bgPr>
        <a:solidFill>
          <a:schemeClr val="accent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5C2385-51C2-FEE9-3460-04248EB0637E}"/>
              </a:ext>
            </a:extLst>
          </p:cNvPr>
          <p:cNvSpPr/>
          <p:nvPr userDrawn="1"/>
        </p:nvSpPr>
        <p:spPr>
          <a:xfrm>
            <a:off x="-1" y="0"/>
            <a:ext cx="598805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7" name="Title 1">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5400675" cy="1883593"/>
          </a:xfrm>
          <a:prstGeom prst="rect">
            <a:avLst/>
          </a:prstGeom>
        </p:spPr>
        <p:txBody>
          <a:bodyPr vert="horz" wrap="square" lIns="0" tIns="0" rIns="216000" bIns="0" rtlCol="0" anchor="t" anchorCtr="0">
            <a:noAutofit/>
          </a:bodyPr>
          <a:lstStyle>
            <a:lvl1pPr algn="l">
              <a:lnSpc>
                <a:spcPct val="85000"/>
              </a:lnSpc>
              <a:defRPr sz="4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Picture Placeholder 11">
            <a:extLst>
              <a:ext uri="{FF2B5EF4-FFF2-40B4-BE49-F238E27FC236}">
                <a16:creationId xmlns:a16="http://schemas.microsoft.com/office/drawing/2014/main" id="{4D2409B5-A972-B2F7-FD27-7D08FCF1FC8E}"/>
              </a:ext>
            </a:extLst>
          </p:cNvPr>
          <p:cNvSpPr>
            <a:spLocks noGrp="1"/>
          </p:cNvSpPr>
          <p:nvPr>
            <p:ph type="pic" sz="quarter" idx="29"/>
          </p:nvPr>
        </p:nvSpPr>
        <p:spPr>
          <a:xfrm>
            <a:off x="6210048" y="1304924"/>
            <a:ext cx="5400675" cy="4968875"/>
          </a:xfrm>
          <a:prstGeom prst="rect">
            <a:avLst/>
          </a:prstGeom>
        </p:spPr>
        <p:txBody>
          <a:bodyPr/>
          <a:lstStyle/>
          <a:p>
            <a:endParaRPr lang="ru-RU"/>
          </a:p>
        </p:txBody>
      </p:sp>
      <p:sp>
        <p:nvSpPr>
          <p:cNvPr id="9" name="Text Placeholder">
            <a:extLst>
              <a:ext uri="{FF2B5EF4-FFF2-40B4-BE49-F238E27FC236}">
                <a16:creationId xmlns:a16="http://schemas.microsoft.com/office/drawing/2014/main" id="{5DB06636-A91C-EFCC-EB1B-70EBD2E343DC}"/>
              </a:ext>
            </a:extLst>
          </p:cNvPr>
          <p:cNvSpPr>
            <a:spLocks noGrp="1"/>
          </p:cNvSpPr>
          <p:nvPr>
            <p:ph type="body" idx="38"/>
            <p:custDataLst>
              <p:tags r:id="rId3"/>
            </p:custDataLst>
          </p:nvPr>
        </p:nvSpPr>
        <p:spPr>
          <a:xfrm>
            <a:off x="587375" y="3421792"/>
            <a:ext cx="5400675" cy="2858539"/>
          </a:xfrm>
        </p:spPr>
        <p:txBody>
          <a:bodyPr lIns="0" tIns="0" rIns="216000" bIns="0" anchor="ctr" anchorCtr="0">
            <a:noAutofit/>
          </a:bodyPr>
          <a:lstStyle>
            <a:lvl1pPr marL="0" marR="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p:txBody>
      </p:sp>
    </p:spTree>
    <p:extLst>
      <p:ext uri="{BB962C8B-B14F-4D97-AF65-F5344CB8AC3E}">
        <p14:creationId xmlns:p14="http://schemas.microsoft.com/office/powerpoint/2010/main" val="40891505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ull-screen-chart">
    <p:bg>
      <p:bgPr>
        <a:solidFill>
          <a:schemeClr val="bg1"/>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7" name="Title 1">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Chart Placeholder 7">
            <a:extLst>
              <a:ext uri="{FF2B5EF4-FFF2-40B4-BE49-F238E27FC236}">
                <a16:creationId xmlns:a16="http://schemas.microsoft.com/office/drawing/2014/main" id="{0D7356D0-533B-5ECA-8470-63625372A07F}"/>
              </a:ext>
            </a:extLst>
          </p:cNvPr>
          <p:cNvSpPr>
            <a:spLocks noGrp="1"/>
          </p:cNvSpPr>
          <p:nvPr>
            <p:ph type="chart" sz="quarter" idx="29"/>
          </p:nvPr>
        </p:nvSpPr>
        <p:spPr>
          <a:xfrm>
            <a:off x="588000" y="2116756"/>
            <a:ext cx="11016000" cy="3305003"/>
          </a:xfrm>
        </p:spPr>
        <p:txBody>
          <a:bodyPr/>
          <a:lstStyle/>
          <a:p>
            <a:endParaRPr lang="ru-RU"/>
          </a:p>
        </p:txBody>
      </p:sp>
      <p:sp>
        <p:nvSpPr>
          <p:cNvPr id="12" name="Text Placeholder">
            <a:extLst>
              <a:ext uri="{FF2B5EF4-FFF2-40B4-BE49-F238E27FC236}">
                <a16:creationId xmlns:a16="http://schemas.microsoft.com/office/drawing/2014/main" id="{66068D7C-3725-96AC-89A1-3B6D60858C9A}"/>
              </a:ext>
            </a:extLst>
          </p:cNvPr>
          <p:cNvSpPr>
            <a:spLocks noGrp="1"/>
          </p:cNvSpPr>
          <p:nvPr>
            <p:ph type="body" idx="26"/>
            <p:custDataLst>
              <p:tags r:id="rId3"/>
            </p:custDataLst>
          </p:nvPr>
        </p:nvSpPr>
        <p:spPr>
          <a:xfrm>
            <a:off x="588000" y="5575852"/>
            <a:ext cx="11016000" cy="697948"/>
          </a:xfrm>
        </p:spPr>
        <p:txBody>
          <a:bodyPr lIns="0" tIns="0" rIns="0" bIns="0" anchor="b" anchorCtr="0">
            <a:noAutofit/>
          </a:bodyPr>
          <a:lstStyle>
            <a:lvl1pPr marL="0" indent="0" algn="ctr">
              <a:lnSpc>
                <a:spcPct val="120000"/>
              </a:lnSpc>
              <a:spcBef>
                <a:spcPts val="0"/>
              </a:spcBef>
              <a:buNone/>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Tree>
    <p:extLst>
      <p:ext uri="{BB962C8B-B14F-4D97-AF65-F5344CB8AC3E}">
        <p14:creationId xmlns:p14="http://schemas.microsoft.com/office/powerpoint/2010/main" val="32739330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ullets">
    <p:bg>
      <p:bgPr>
        <a:solidFill>
          <a:schemeClr val="accent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5C2385-51C2-FEE9-3460-04248EB0637E}"/>
              </a:ext>
            </a:extLst>
          </p:cNvPr>
          <p:cNvSpPr/>
          <p:nvPr userDrawn="1"/>
        </p:nvSpPr>
        <p:spPr>
          <a:xfrm>
            <a:off x="-1" y="0"/>
            <a:ext cx="598805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7" name="Title 1">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5400675" cy="3139321"/>
          </a:xfrm>
          <a:prstGeom prst="rect">
            <a:avLst/>
          </a:prstGeom>
        </p:spPr>
        <p:txBody>
          <a:bodyPr vert="horz" wrap="square" lIns="0" tIns="0" rIns="432000" bIns="0" rtlCol="0" anchor="t" anchorCtr="0">
            <a:noAutofit/>
          </a:bodyPr>
          <a:lstStyle>
            <a:lvl1pPr algn="l">
              <a:lnSpc>
                <a:spcPct val="85000"/>
              </a:lnSpc>
              <a:defRPr sz="4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 Placeholder">
            <a:extLst>
              <a:ext uri="{FF2B5EF4-FFF2-40B4-BE49-F238E27FC236}">
                <a16:creationId xmlns:a16="http://schemas.microsoft.com/office/drawing/2014/main" id="{5DB06636-A91C-EFCC-EB1B-70EBD2E343DC}"/>
              </a:ext>
            </a:extLst>
          </p:cNvPr>
          <p:cNvSpPr>
            <a:spLocks noGrp="1"/>
          </p:cNvSpPr>
          <p:nvPr>
            <p:ph type="body" idx="38"/>
            <p:custDataLst>
              <p:tags r:id="rId3"/>
            </p:custDataLst>
          </p:nvPr>
        </p:nvSpPr>
        <p:spPr>
          <a:xfrm>
            <a:off x="6215525" y="1253776"/>
            <a:ext cx="5400675" cy="5019131"/>
          </a:xfrm>
        </p:spPr>
        <p:txBody>
          <a:bodyPr lIns="0" tIns="0" rIns="0" bIns="0" anchor="b" anchorCtr="0">
            <a:noAutofit/>
          </a:bodyPr>
          <a:lstStyle>
            <a:lvl1pPr marL="0" marR="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sz="13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a:p>
            <a:pPr marL="0" marR="0" lvl="0" indent="26670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Click to edit Master text styles</a:t>
            </a:r>
            <a:endParaRPr lang="ru-RU" dirty="0"/>
          </a:p>
        </p:txBody>
      </p:sp>
    </p:spTree>
    <p:extLst>
      <p:ext uri="{BB962C8B-B14F-4D97-AF65-F5344CB8AC3E}">
        <p14:creationId xmlns:p14="http://schemas.microsoft.com/office/powerpoint/2010/main" val="28253930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34799"/>
            <a:ext cx="11017250"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558373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add text</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928796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Agenda-bullets">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36" name="Subtitle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3" y="2454088"/>
            <a:ext cx="5400677" cy="3816429"/>
          </a:xfrm>
        </p:spPr>
        <p:txBody>
          <a:bodyPr wrap="square" lIns="108000" tIns="0" rIns="0" bIns="0" anchor="t" anchorCtr="0">
            <a:spAutoFit/>
          </a:bodyPr>
          <a:lstStyle>
            <a:lvl1pPr marL="0" marR="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p:txBody>
      </p:sp>
      <p:sp>
        <p:nvSpPr>
          <p:cNvPr id="7" name="Title">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6" y="1304925"/>
            <a:ext cx="8208962" cy="627864"/>
          </a:xfrm>
          <a:prstGeom prst="rect">
            <a:avLst/>
          </a:prstGeom>
        </p:spPr>
        <p:txBody>
          <a:bodyPr vert="horz" wrap="square" lIns="0" tIns="0" rIns="0" bIns="0" rtlCol="0" anchor="t" anchorCtr="0">
            <a:spAutoFit/>
          </a:bodyPr>
          <a:lstStyle>
            <a:lvl1pPr algn="l">
              <a:lnSpc>
                <a:spcPct val="85000"/>
              </a:lnSpc>
              <a:defRPr sz="4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Subtitle Placeholder 2">
            <a:extLst>
              <a:ext uri="{FF2B5EF4-FFF2-40B4-BE49-F238E27FC236}">
                <a16:creationId xmlns:a16="http://schemas.microsoft.com/office/drawing/2014/main" id="{773A484E-6655-86E5-5162-0790E343AD45}"/>
              </a:ext>
            </a:extLst>
          </p:cNvPr>
          <p:cNvSpPr>
            <a:spLocks noGrp="1"/>
          </p:cNvSpPr>
          <p:nvPr>
            <p:ph type="body" idx="27" hasCustomPrompt="1"/>
            <p:custDataLst>
              <p:tags r:id="rId4"/>
            </p:custDataLst>
          </p:nvPr>
        </p:nvSpPr>
        <p:spPr>
          <a:xfrm>
            <a:off x="6214838" y="2454088"/>
            <a:ext cx="5400677" cy="3816429"/>
          </a:xfrm>
        </p:spPr>
        <p:txBody>
          <a:bodyPr wrap="square" lIns="0" tIns="0" rIns="108000" bIns="0" anchor="t" anchorCtr="0">
            <a:spAutoFit/>
          </a:bodyPr>
          <a:lstStyle>
            <a:lvl1pPr marL="0" marR="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sz="18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a:p>
            <a:pPr marL="0" marR="0" lvl="0" indent="266700" algn="l" defTabSz="914400" rtl="0" eaLnBrk="1" fontAlgn="auto" latinLnBrk="0" hangingPunct="1">
              <a:lnSpc>
                <a:spcPct val="100000"/>
              </a:lnSpc>
              <a:spcBef>
                <a:spcPts val="600"/>
              </a:spcBef>
              <a:spcAft>
                <a:spcPts val="0"/>
              </a:spcAft>
              <a:buClr>
                <a:schemeClr val="accent1"/>
              </a:buClr>
              <a:buSzTx/>
              <a:buFont typeface="Rostelecom Basis" panose="020B0503030604040103" pitchFamily="34" charset="0"/>
              <a:buChar char="→"/>
              <a:tabLst/>
              <a:defRPr/>
            </a:pPr>
            <a:r>
              <a:rPr lang="en-US" dirty="0"/>
              <a:t>Click To Edit Master Text Style</a:t>
            </a:r>
          </a:p>
        </p:txBody>
      </p:sp>
    </p:spTree>
    <p:extLst>
      <p:ext uri="{BB962C8B-B14F-4D97-AF65-F5344CB8AC3E}">
        <p14:creationId xmlns:p14="http://schemas.microsoft.com/office/powerpoint/2010/main" val="20485691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mmary-bullets">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36" name="Text Placeholder 1">
            <a:extLst>
              <a:ext uri="{FF2B5EF4-FFF2-40B4-BE49-F238E27FC236}">
                <a16:creationId xmlns:a16="http://schemas.microsoft.com/office/drawing/2014/main" id="{8D9FEA22-AFCB-A310-E897-7095E020ED09}"/>
              </a:ext>
            </a:extLst>
          </p:cNvPr>
          <p:cNvSpPr>
            <a:spLocks noGrp="1"/>
          </p:cNvSpPr>
          <p:nvPr>
            <p:ph type="body" idx="26" hasCustomPrompt="1"/>
            <p:custDataLst>
              <p:tags r:id="rId2"/>
            </p:custDataLst>
          </p:nvPr>
        </p:nvSpPr>
        <p:spPr>
          <a:xfrm>
            <a:off x="587374" y="2189721"/>
            <a:ext cx="5400675" cy="4078039"/>
          </a:xfrm>
        </p:spPr>
        <p:txBody>
          <a:bodyPr wrap="square" lIns="0" tIns="0" rIns="108000" bIns="0" anchor="t" anchorCtr="0">
            <a:spAutoFit/>
          </a:bodyPr>
          <a:lstStyle>
            <a:lvl1pPr marL="0" marR="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p:txBody>
      </p:sp>
      <p:sp>
        <p:nvSpPr>
          <p:cNvPr id="7" name="Title">
            <a:extLst>
              <a:ext uri="{FF2B5EF4-FFF2-40B4-BE49-F238E27FC236}">
                <a16:creationId xmlns:a16="http://schemas.microsoft.com/office/drawing/2014/main" id="{365F4140-01A9-CA27-95B0-9995EFE83268}"/>
              </a:ext>
            </a:extLst>
          </p:cNvPr>
          <p:cNvSpPr>
            <a:spLocks noGrp="1"/>
          </p:cNvSpPr>
          <p:nvPr>
            <p:ph type="title" hasCustomPrompt="1"/>
            <p:custDataLst>
              <p:tags r:id="rId3"/>
            </p:custDataLst>
          </p:nvPr>
        </p:nvSpPr>
        <p:spPr>
          <a:xfrm>
            <a:off x="587375" y="1304925"/>
            <a:ext cx="11016531" cy="627864"/>
          </a:xfrm>
          <a:prstGeom prst="rect">
            <a:avLst/>
          </a:prstGeom>
        </p:spPr>
        <p:txBody>
          <a:bodyPr vert="horz" wrap="square" lIns="0" tIns="0" rIns="0" bIns="0" rtlCol="0" anchor="t" anchorCtr="0">
            <a:noAutofit/>
          </a:bodyPr>
          <a:lstStyle>
            <a:lvl1pPr algn="l">
              <a:lnSpc>
                <a:spcPct val="85000"/>
              </a:lnSpc>
              <a:defRPr sz="4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Rectangle: Rounded Corners 36">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ectangle: Rounded Corners 37">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Rectangle: Rounded Corners 38">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Rectangle: Rounded Corners 39">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 Placeholder 2">
            <a:extLst>
              <a:ext uri="{FF2B5EF4-FFF2-40B4-BE49-F238E27FC236}">
                <a16:creationId xmlns:a16="http://schemas.microsoft.com/office/drawing/2014/main" id="{E2A1062E-A601-0BEA-7730-9C1A5ED4AD4E}"/>
              </a:ext>
            </a:extLst>
          </p:cNvPr>
          <p:cNvSpPr>
            <a:spLocks noGrp="1"/>
          </p:cNvSpPr>
          <p:nvPr>
            <p:ph type="body" idx="27" hasCustomPrompt="1"/>
            <p:custDataLst>
              <p:tags r:id="rId4"/>
            </p:custDataLst>
          </p:nvPr>
        </p:nvSpPr>
        <p:spPr>
          <a:xfrm>
            <a:off x="6203953" y="2189720"/>
            <a:ext cx="5400675" cy="4078039"/>
          </a:xfrm>
        </p:spPr>
        <p:txBody>
          <a:bodyPr wrap="square" lIns="0" tIns="0" rIns="108000" bIns="0" anchor="t" anchorCtr="0">
            <a:spAutoFit/>
          </a:bodyPr>
          <a:lstStyle>
            <a:lvl1pPr marL="0" marR="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sz="1300" b="0" spc="0" baseline="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a:p>
            <a:pPr marL="0" marR="0" lvl="0" indent="271463" algn="l" defTabSz="914400" rtl="0" eaLnBrk="1" fontAlgn="auto" latinLnBrk="0" hangingPunct="1">
              <a:lnSpc>
                <a:spcPct val="100000"/>
              </a:lnSpc>
              <a:spcBef>
                <a:spcPts val="600"/>
              </a:spcBef>
              <a:spcAft>
                <a:spcPts val="0"/>
              </a:spcAft>
              <a:buClr>
                <a:schemeClr val="accent1"/>
              </a:buClr>
              <a:buSzTx/>
              <a:buFont typeface="Tahoma" panose="020B0604030504040204" pitchFamily="34" charset="0"/>
              <a:buChar char="►"/>
              <a:tabLst/>
              <a:defRPr/>
            </a:pPr>
            <a:r>
              <a:rPr lang="en-US" dirty="0"/>
              <a:t>Click To Edit Master Text Style</a:t>
            </a:r>
          </a:p>
        </p:txBody>
      </p:sp>
    </p:spTree>
    <p:extLst>
      <p:ext uri="{BB962C8B-B14F-4D97-AF65-F5344CB8AC3E}">
        <p14:creationId xmlns:p14="http://schemas.microsoft.com/office/powerpoint/2010/main" val="40996287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able-detailed">
    <p:bg>
      <p:bgPr>
        <a:solidFill>
          <a:schemeClr val="accent6"/>
        </a:solidFill>
        <a:effectLst/>
      </p:bgPr>
    </p:bg>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2829F43-02C9-D468-DF53-615E034F1B0B}"/>
              </a:ext>
            </a:extLst>
          </p:cNvPr>
          <p:cNvSpPr>
            <a:spLocks noGrp="1"/>
          </p:cNvSpPr>
          <p:nvPr>
            <p:ph type="body" sz="quarter" idx="22" hasCustomPrompt="1"/>
            <p:custDataLst>
              <p:tags r:id="rId1"/>
            </p:custDataLst>
          </p:nvPr>
        </p:nvSpPr>
        <p:spPr>
          <a:xfrm>
            <a:off x="1362443" y="566302"/>
            <a:ext cx="6497270" cy="184666"/>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a:solidFill>
                  <a:schemeClr val="tx1">
                    <a:alpha val="40000"/>
                  </a:schemeClr>
                </a:solidFill>
                <a:latin typeface="+mn-lt"/>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2"/>
            </p:custDataLst>
          </p:nvPr>
        </p:nvSpPr>
        <p:spPr>
          <a:xfrm>
            <a:off x="587375" y="1304925"/>
            <a:ext cx="11017249" cy="235449"/>
          </a:xfrm>
          <a:prstGeom prst="rect">
            <a:avLst/>
          </a:prstGeom>
        </p:spPr>
        <p:txBody>
          <a:bodyPr vert="horz" wrap="square" lIns="0" tIns="0" rIns="0" bIns="0" rtlCol="0" anchor="t" anchorCtr="0">
            <a:spAutoFit/>
          </a:bodyPr>
          <a:lstStyle>
            <a:lvl1pPr algn="l">
              <a:lnSpc>
                <a:spcPct val="85000"/>
              </a:lnSpc>
              <a:defRPr sz="18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7" name="Ellipse">
            <a:extLst>
              <a:ext uri="{FF2B5EF4-FFF2-40B4-BE49-F238E27FC236}">
                <a16:creationId xmlns:a16="http://schemas.microsoft.com/office/drawing/2014/main" id="{C9E48B8D-8A59-014C-06EC-4B0A85CD61DA}"/>
              </a:ext>
            </a:extLst>
          </p:cNvPr>
          <p:cNvSpPr/>
          <p:nvPr userDrawn="1"/>
        </p:nvSpPr>
        <p:spPr>
          <a:xfrm rot="5400000">
            <a:off x="590748"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BDCC8FC9-09F0-5CA2-5EC9-0BA8E978B6FA}"/>
              </a:ext>
            </a:extLst>
          </p:cNvPr>
          <p:cNvSpPr/>
          <p:nvPr userDrawn="1"/>
        </p:nvSpPr>
        <p:spPr>
          <a:xfrm rot="5400000">
            <a:off x="936570"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9" name="Ellipse">
            <a:extLst>
              <a:ext uri="{FF2B5EF4-FFF2-40B4-BE49-F238E27FC236}">
                <a16:creationId xmlns:a16="http://schemas.microsoft.com/office/drawing/2014/main" id="{BE07B2FD-AFCC-6464-DDB9-DC6422A75180}"/>
              </a:ext>
            </a:extLst>
          </p:cNvPr>
          <p:cNvSpPr/>
          <p:nvPr userDrawn="1"/>
        </p:nvSpPr>
        <p:spPr>
          <a:xfrm rot="5400000">
            <a:off x="763659" y="615015"/>
            <a:ext cx="72000" cy="7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Ellipse">
            <a:extLst>
              <a:ext uri="{FF2B5EF4-FFF2-40B4-BE49-F238E27FC236}">
                <a16:creationId xmlns:a16="http://schemas.microsoft.com/office/drawing/2014/main" id="{FDCB5D21-FE3C-4806-C991-64B992AC6C0D}"/>
              </a:ext>
            </a:extLst>
          </p:cNvPr>
          <p:cNvSpPr/>
          <p:nvPr userDrawn="1"/>
        </p:nvSpPr>
        <p:spPr>
          <a:xfrm rot="5400000">
            <a:off x="1109481" y="615015"/>
            <a:ext cx="72000" cy="72000"/>
          </a:xfrm>
          <a:prstGeom prst="roundRect">
            <a:avLst>
              <a:gd name="adj" fmla="val 5000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Table">
            <a:extLst>
              <a:ext uri="{FF2B5EF4-FFF2-40B4-BE49-F238E27FC236}">
                <a16:creationId xmlns:a16="http://schemas.microsoft.com/office/drawing/2014/main" id="{49B4C825-3EB7-5506-B92F-2FA7385A93E0}"/>
              </a:ext>
            </a:extLst>
          </p:cNvPr>
          <p:cNvSpPr>
            <a:spLocks noGrp="1"/>
          </p:cNvSpPr>
          <p:nvPr>
            <p:ph type="tbl" sz="quarter" idx="26"/>
          </p:nvPr>
        </p:nvSpPr>
        <p:spPr>
          <a:xfrm>
            <a:off x="587375" y="1835487"/>
            <a:ext cx="11017250" cy="4438314"/>
          </a:xfrm>
        </p:spPr>
        <p:txBody>
          <a:bodyPr/>
          <a:lstStyle/>
          <a:p>
            <a:endParaRPr lang="ru-RU"/>
          </a:p>
        </p:txBody>
      </p:sp>
    </p:spTree>
    <p:extLst>
      <p:ext uri="{BB962C8B-B14F-4D97-AF65-F5344CB8AC3E}">
        <p14:creationId xmlns:p14="http://schemas.microsoft.com/office/powerpoint/2010/main" val="2734648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tags" Target="../tags/tag1.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tags" Target="../tags/tag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F6F3E-3264-2583-9750-36EE83592D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3EFB04-6891-BCC3-BAFD-CFB7077EA3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80557F-7027-4039-CF2F-4B9BE43822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35AFA6-F0D4-3144-9F75-C94EC3D362FB}" type="datetimeFigureOut">
              <a:rPr lang="en-US" smtClean="0"/>
              <a:t>1/16/26</a:t>
            </a:fld>
            <a:endParaRPr lang="en-US"/>
          </a:p>
        </p:txBody>
      </p:sp>
      <p:sp>
        <p:nvSpPr>
          <p:cNvPr id="5" name="Footer Placeholder 4">
            <a:extLst>
              <a:ext uri="{FF2B5EF4-FFF2-40B4-BE49-F238E27FC236}">
                <a16:creationId xmlns:a16="http://schemas.microsoft.com/office/drawing/2014/main" id="{445B6299-8C60-F11E-ED91-58BAD92DB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72F661-E62B-92F5-41CC-C976DC6477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58F4A2-4224-A745-ABF3-694E00F7395D}" type="slidenum">
              <a:rPr lang="en-US" smtClean="0"/>
              <a:t>‹#›</a:t>
            </a:fld>
            <a:endParaRPr lang="en-US"/>
          </a:p>
        </p:txBody>
      </p:sp>
    </p:spTree>
    <p:extLst>
      <p:ext uri="{BB962C8B-B14F-4D97-AF65-F5344CB8AC3E}">
        <p14:creationId xmlns:p14="http://schemas.microsoft.com/office/powerpoint/2010/main" val="3027033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72"/>
            </p:custDataLst>
          </p:nvPr>
        </p:nvSpPr>
        <p:spPr>
          <a:xfrm>
            <a:off x="597207" y="584799"/>
            <a:ext cx="11007418" cy="720197"/>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73"/>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4055" r:id="rId1"/>
    <p:sldLayoutId id="2147484051" r:id="rId2"/>
    <p:sldLayoutId id="2147484054" r:id="rId3"/>
    <p:sldLayoutId id="2147484060" r:id="rId4"/>
    <p:sldLayoutId id="2147484059" r:id="rId5"/>
    <p:sldLayoutId id="2147484058" r:id="rId6"/>
    <p:sldLayoutId id="2147484072" r:id="rId7"/>
    <p:sldLayoutId id="2147484065" r:id="rId8"/>
    <p:sldLayoutId id="2147484120" r:id="rId9"/>
    <p:sldLayoutId id="2147484071" r:id="rId10"/>
    <p:sldLayoutId id="2147484074" r:id="rId11"/>
    <p:sldLayoutId id="2147484068" r:id="rId12"/>
    <p:sldLayoutId id="2147484075" r:id="rId13"/>
    <p:sldLayoutId id="2147484076" r:id="rId14"/>
    <p:sldLayoutId id="2147484077" r:id="rId15"/>
    <p:sldLayoutId id="2147484078" r:id="rId16"/>
    <p:sldLayoutId id="2147484079" r:id="rId17"/>
    <p:sldLayoutId id="2147484081" r:id="rId18"/>
    <p:sldLayoutId id="2147484083" r:id="rId19"/>
    <p:sldLayoutId id="2147484139" r:id="rId20"/>
    <p:sldLayoutId id="2147484086" r:id="rId21"/>
    <p:sldLayoutId id="2147484087" r:id="rId22"/>
    <p:sldLayoutId id="2147484140" r:id="rId23"/>
    <p:sldLayoutId id="2147484141" r:id="rId24"/>
    <p:sldLayoutId id="2147484149" r:id="rId25"/>
    <p:sldLayoutId id="2147484150" r:id="rId26"/>
    <p:sldLayoutId id="2147484151" r:id="rId27"/>
    <p:sldLayoutId id="2147484145" r:id="rId28"/>
    <p:sldLayoutId id="2147484146" r:id="rId29"/>
    <p:sldLayoutId id="2147484147" r:id="rId30"/>
    <p:sldLayoutId id="2147484148" r:id="rId31"/>
    <p:sldLayoutId id="2147484101" r:id="rId32"/>
    <p:sldLayoutId id="2147484102" r:id="rId33"/>
    <p:sldLayoutId id="2147484103" r:id="rId34"/>
    <p:sldLayoutId id="2147484104" r:id="rId35"/>
    <p:sldLayoutId id="2147484097" r:id="rId36"/>
    <p:sldLayoutId id="2147484098" r:id="rId37"/>
    <p:sldLayoutId id="2147484099" r:id="rId38"/>
    <p:sldLayoutId id="2147484100" r:id="rId39"/>
    <p:sldLayoutId id="2147484106" r:id="rId40"/>
    <p:sldLayoutId id="2147484105" r:id="rId41"/>
    <p:sldLayoutId id="2147484109" r:id="rId42"/>
    <p:sldLayoutId id="2147484107" r:id="rId43"/>
    <p:sldLayoutId id="2147484108" r:id="rId44"/>
    <p:sldLayoutId id="2147484110" r:id="rId45"/>
    <p:sldLayoutId id="2147484111" r:id="rId46"/>
    <p:sldLayoutId id="2147484112" r:id="rId47"/>
    <p:sldLayoutId id="2147484113" r:id="rId48"/>
    <p:sldLayoutId id="2147484114" r:id="rId49"/>
    <p:sldLayoutId id="2147484115" r:id="rId50"/>
    <p:sldLayoutId id="2147484116" r:id="rId51"/>
    <p:sldLayoutId id="2147484117" r:id="rId52"/>
    <p:sldLayoutId id="2147484121" r:id="rId53"/>
    <p:sldLayoutId id="2147484131" r:id="rId54"/>
    <p:sldLayoutId id="2147484132" r:id="rId55"/>
    <p:sldLayoutId id="2147484133" r:id="rId56"/>
    <p:sldLayoutId id="2147484134" r:id="rId57"/>
    <p:sldLayoutId id="2147484135" r:id="rId58"/>
    <p:sldLayoutId id="2147484136" r:id="rId59"/>
    <p:sldLayoutId id="2147484137" r:id="rId60"/>
    <p:sldLayoutId id="2147484138" r:id="rId61"/>
    <p:sldLayoutId id="2147484152" r:id="rId62"/>
    <p:sldLayoutId id="2147484153" r:id="rId63"/>
    <p:sldLayoutId id="2147484154" r:id="rId64"/>
    <p:sldLayoutId id="2147484155" r:id="rId65"/>
    <p:sldLayoutId id="2147484118" r:id="rId66"/>
    <p:sldLayoutId id="2147484119" r:id="rId67"/>
    <p:sldLayoutId id="2147484156" r:id="rId68"/>
    <p:sldLayoutId id="2147484157" r:id="rId69"/>
    <p:sldLayoutId id="2147484158" r:id="rId70"/>
  </p:sldLayoutIdLst>
  <p:hf hdr="0" ftr="0" dt="0"/>
  <p:txStyles>
    <p:titleStyle>
      <a:lvl1pPr algn="l" defTabSz="914400" rtl="0" eaLnBrk="1" latinLnBrk="0" hangingPunct="1">
        <a:lnSpc>
          <a:spcPct val="85000"/>
        </a:lnSpc>
        <a:spcBef>
          <a:spcPct val="0"/>
        </a:spcBef>
        <a:buNone/>
        <a:defRPr sz="4800" kern="1200" spc="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 Id="rId6" Type="http://schemas.openxmlformats.org/officeDocument/2006/relationships/image" Target="../media/image21.jpeg"/><Relationship Id="rId5" Type="http://schemas.openxmlformats.org/officeDocument/2006/relationships/slideLayout" Target="../slideLayouts/slideLayout12.xml"/><Relationship Id="rId4" Type="http://schemas.openxmlformats.org/officeDocument/2006/relationships/tags" Target="../tags/tag500.xml"/></Relationships>
</file>

<file path=ppt/slides/_rels/slide2.xml.rels><?xml version="1.0" encoding="UTF-8" standalone="yes"?>
<Relationships xmlns="http://schemas.openxmlformats.org/package/2006/relationships"><Relationship Id="rId3" Type="http://schemas.openxmlformats.org/officeDocument/2006/relationships/tags" Target="../tags/tag503.xml"/><Relationship Id="rId7" Type="http://schemas.openxmlformats.org/officeDocument/2006/relationships/image" Target="../media/image22.jpeg"/><Relationship Id="rId2" Type="http://schemas.openxmlformats.org/officeDocument/2006/relationships/tags" Target="../tags/tag502.xml"/><Relationship Id="rId1" Type="http://schemas.openxmlformats.org/officeDocument/2006/relationships/tags" Target="../tags/tag501.xml"/><Relationship Id="rId6" Type="http://schemas.openxmlformats.org/officeDocument/2006/relationships/slideLayout" Target="../slideLayouts/slideLayout18.xml"/><Relationship Id="rId5" Type="http://schemas.openxmlformats.org/officeDocument/2006/relationships/tags" Target="../tags/tag505.xml"/><Relationship Id="rId4" Type="http://schemas.openxmlformats.org/officeDocument/2006/relationships/tags" Target="../tags/tag504.xml"/></Relationships>
</file>

<file path=ppt/slides/_rels/slide3.xml.rels><?xml version="1.0" encoding="UTF-8" standalone="yes"?>
<Relationships xmlns="http://schemas.openxmlformats.org/package/2006/relationships"><Relationship Id="rId3" Type="http://schemas.openxmlformats.org/officeDocument/2006/relationships/tags" Target="../tags/tag508.xml"/><Relationship Id="rId7" Type="http://schemas.openxmlformats.org/officeDocument/2006/relationships/image" Target="../media/image23.jpeg"/><Relationship Id="rId2" Type="http://schemas.openxmlformats.org/officeDocument/2006/relationships/tags" Target="../tags/tag507.xml"/><Relationship Id="rId1" Type="http://schemas.openxmlformats.org/officeDocument/2006/relationships/tags" Target="../tags/tag506.xml"/><Relationship Id="rId6" Type="http://schemas.openxmlformats.org/officeDocument/2006/relationships/slideLayout" Target="../slideLayouts/slideLayout19.xml"/><Relationship Id="rId5" Type="http://schemas.openxmlformats.org/officeDocument/2006/relationships/tags" Target="../tags/tag510.xml"/><Relationship Id="rId4" Type="http://schemas.openxmlformats.org/officeDocument/2006/relationships/tags" Target="../tags/tag509.xml"/></Relationships>
</file>

<file path=ppt/slides/_rels/slide4.xml.rels><?xml version="1.0" encoding="UTF-8" standalone="yes"?>
<Relationships xmlns="http://schemas.openxmlformats.org/package/2006/relationships"><Relationship Id="rId3" Type="http://schemas.openxmlformats.org/officeDocument/2006/relationships/tags" Target="../tags/tag513.xml"/><Relationship Id="rId7" Type="http://schemas.openxmlformats.org/officeDocument/2006/relationships/slideLayout" Target="../slideLayouts/slideLayout21.xml"/><Relationship Id="rId2" Type="http://schemas.openxmlformats.org/officeDocument/2006/relationships/tags" Target="../tags/tag512.xml"/><Relationship Id="rId1" Type="http://schemas.openxmlformats.org/officeDocument/2006/relationships/tags" Target="../tags/tag511.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s>
</file>

<file path=ppt/slides/_rels/slide5.xml.rels><?xml version="1.0" encoding="UTF-8" standalone="yes"?>
<Relationships xmlns="http://schemas.openxmlformats.org/package/2006/relationships"><Relationship Id="rId3" Type="http://schemas.openxmlformats.org/officeDocument/2006/relationships/tags" Target="../tags/tag519.xml"/><Relationship Id="rId7" Type="http://schemas.openxmlformats.org/officeDocument/2006/relationships/image" Target="../media/image24.jpeg"/><Relationship Id="rId2" Type="http://schemas.openxmlformats.org/officeDocument/2006/relationships/tags" Target="../tags/tag518.xml"/><Relationship Id="rId1" Type="http://schemas.openxmlformats.org/officeDocument/2006/relationships/tags" Target="../tags/tag517.xml"/><Relationship Id="rId6" Type="http://schemas.openxmlformats.org/officeDocument/2006/relationships/slideLayout" Target="../slideLayouts/slideLayout20.xml"/><Relationship Id="rId5" Type="http://schemas.openxmlformats.org/officeDocument/2006/relationships/tags" Target="../tags/tag521.xml"/><Relationship Id="rId4" Type="http://schemas.openxmlformats.org/officeDocument/2006/relationships/tags" Target="../tags/tag520.xml"/></Relationships>
</file>

<file path=ppt/slides/_rels/slide6.xml.rels><?xml version="1.0" encoding="UTF-8" standalone="yes"?>
<Relationships xmlns="http://schemas.openxmlformats.org/package/2006/relationships"><Relationship Id="rId3" Type="http://schemas.openxmlformats.org/officeDocument/2006/relationships/tags" Target="../tags/tag524.xml"/><Relationship Id="rId7" Type="http://schemas.openxmlformats.org/officeDocument/2006/relationships/image" Target="../media/image25.jpeg"/><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slideLayout" Target="../slideLayouts/slideLayout19.xml"/><Relationship Id="rId5" Type="http://schemas.openxmlformats.org/officeDocument/2006/relationships/tags" Target="../tags/tag526.xml"/><Relationship Id="rId4" Type="http://schemas.openxmlformats.org/officeDocument/2006/relationships/tags" Target="../tags/tag525.xml"/></Relationships>
</file>

<file path=ppt/slides/_rels/slide7.xml.rels><?xml version="1.0" encoding="UTF-8" standalone="yes"?>
<Relationships xmlns="http://schemas.openxmlformats.org/package/2006/relationships"><Relationship Id="rId3" Type="http://schemas.openxmlformats.org/officeDocument/2006/relationships/tags" Target="../tags/tag529.xml"/><Relationship Id="rId7" Type="http://schemas.openxmlformats.org/officeDocument/2006/relationships/image" Target="../media/image26.jpeg"/><Relationship Id="rId2" Type="http://schemas.openxmlformats.org/officeDocument/2006/relationships/tags" Target="../tags/tag528.xml"/><Relationship Id="rId1" Type="http://schemas.openxmlformats.org/officeDocument/2006/relationships/tags" Target="../tags/tag527.xml"/><Relationship Id="rId6" Type="http://schemas.openxmlformats.org/officeDocument/2006/relationships/slideLayout" Target="../slideLayouts/slideLayout20.xml"/><Relationship Id="rId5" Type="http://schemas.openxmlformats.org/officeDocument/2006/relationships/tags" Target="../tags/tag531.xml"/><Relationship Id="rId4" Type="http://schemas.openxmlformats.org/officeDocument/2006/relationships/tags" Target="../tags/tag530.xml"/></Relationships>
</file>

<file path=ppt/slides/_rels/slide8.xml.rels><?xml version="1.0" encoding="UTF-8" standalone="yes"?>
<Relationships xmlns="http://schemas.openxmlformats.org/package/2006/relationships"><Relationship Id="rId3" Type="http://schemas.openxmlformats.org/officeDocument/2006/relationships/tags" Target="../tags/tag534.xml"/><Relationship Id="rId7" Type="http://schemas.openxmlformats.org/officeDocument/2006/relationships/image" Target="../media/image27.jpeg"/><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slideLayout" Target="../slideLayouts/slideLayout18.xml"/><Relationship Id="rId5" Type="http://schemas.openxmlformats.org/officeDocument/2006/relationships/tags" Target="../tags/tag536.xml"/><Relationship Id="rId4" Type="http://schemas.openxmlformats.org/officeDocument/2006/relationships/tags" Target="../tags/tag535.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tags" Target="../tags/tag539.xml"/><Relationship Id="rId7" Type="http://schemas.openxmlformats.org/officeDocument/2006/relationships/tags" Target="../tags/tag543.xml"/><Relationship Id="rId2" Type="http://schemas.openxmlformats.org/officeDocument/2006/relationships/tags" Target="../tags/tag538.xml"/><Relationship Id="rId1" Type="http://schemas.openxmlformats.org/officeDocument/2006/relationships/tags" Target="../tags/tag537.xml"/><Relationship Id="rId6" Type="http://schemas.openxmlformats.org/officeDocument/2006/relationships/tags" Target="../tags/tag542.xml"/><Relationship Id="rId5" Type="http://schemas.openxmlformats.org/officeDocument/2006/relationships/tags" Target="../tags/tag541.xml"/><Relationship Id="rId4" Type="http://schemas.openxmlformats.org/officeDocument/2006/relationships/tags" Target="../tags/tag540.xml"/><Relationship Id="rId9" Type="http://schemas.openxmlformats.org/officeDocument/2006/relationships/image" Target="../media/image28.jpeg"/></Relationships>
</file>

<file path=ppt/slides/_rels/slide10.xml.rels><?xml version="1.0" encoding="UTF-8" standalone="yes"?>
<Relationships xmlns="http://schemas.openxmlformats.org/package/2006/relationships"><Relationship Id="rId3" Type="http://schemas.openxmlformats.org/officeDocument/2006/relationships/tags" Target="../tags/tag546.xml"/><Relationship Id="rId7" Type="http://schemas.openxmlformats.org/officeDocument/2006/relationships/image" Target="../media/image29.jpeg"/><Relationship Id="rId2" Type="http://schemas.openxmlformats.org/officeDocument/2006/relationships/tags" Target="../tags/tag545.xml"/><Relationship Id="rId1" Type="http://schemas.openxmlformats.org/officeDocument/2006/relationships/tags" Target="../tags/tag544.xml"/><Relationship Id="rId6" Type="http://schemas.openxmlformats.org/officeDocument/2006/relationships/slideLayout" Target="../slideLayouts/slideLayout19.xml"/><Relationship Id="rId5" Type="http://schemas.openxmlformats.org/officeDocument/2006/relationships/tags" Target="../tags/tag548.xml"/><Relationship Id="rId4" Type="http://schemas.openxmlformats.org/officeDocument/2006/relationships/tags" Target="../tags/tag547.xml"/></Relationships>
</file>

<file path=ppt/slides/_rels/slide11.xml.rels><?xml version="1.0" encoding="UTF-8" standalone="yes"?>
<Relationships xmlns="http://schemas.openxmlformats.org/package/2006/relationships"><Relationship Id="rId3" Type="http://schemas.openxmlformats.org/officeDocument/2006/relationships/tags" Target="../tags/tag551.xml"/><Relationship Id="rId7" Type="http://schemas.openxmlformats.org/officeDocument/2006/relationships/image" Target="../media/image30.jpeg"/><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slideLayout" Target="../slideLayouts/slideLayout20.xml"/><Relationship Id="rId5" Type="http://schemas.openxmlformats.org/officeDocument/2006/relationships/tags" Target="../tags/tag553.xml"/><Relationship Id="rId4" Type="http://schemas.openxmlformats.org/officeDocument/2006/relationships/tags" Target="../tags/tag552.xml"/></Relationships>
</file>

<file path=ppt/slides/_rels/slide12.xml.rels><?xml version="1.0" encoding="UTF-8" standalone="yes"?>
<Relationships xmlns="http://schemas.openxmlformats.org/package/2006/relationships"><Relationship Id="rId3" Type="http://schemas.openxmlformats.org/officeDocument/2006/relationships/tags" Target="../tags/tag556.xml"/><Relationship Id="rId7" Type="http://schemas.openxmlformats.org/officeDocument/2006/relationships/image" Target="../media/image31.jpeg"/><Relationship Id="rId2" Type="http://schemas.openxmlformats.org/officeDocument/2006/relationships/tags" Target="../tags/tag555.xml"/><Relationship Id="rId1" Type="http://schemas.openxmlformats.org/officeDocument/2006/relationships/tags" Target="../tags/tag554.xml"/><Relationship Id="rId6" Type="http://schemas.openxmlformats.org/officeDocument/2006/relationships/slideLayout" Target="../slideLayouts/slideLayout18.xml"/><Relationship Id="rId5" Type="http://schemas.openxmlformats.org/officeDocument/2006/relationships/tags" Target="../tags/tag558.xml"/><Relationship Id="rId4" Type="http://schemas.openxmlformats.org/officeDocument/2006/relationships/tags" Target="../tags/tag557.xml"/></Relationships>
</file>

<file path=ppt/slides/_rels/slide13.xml.rels><?xml version="1.0" encoding="UTF-8" standalone="yes"?>
<Relationships xmlns="http://schemas.openxmlformats.org/package/2006/relationships"><Relationship Id="rId3" Type="http://schemas.openxmlformats.org/officeDocument/2006/relationships/tags" Target="../tags/tag561.xml"/><Relationship Id="rId7" Type="http://schemas.openxmlformats.org/officeDocument/2006/relationships/slideLayout" Target="../slideLayouts/slideLayout23.xml"/><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tags" Target="../tags/tag564.xml"/><Relationship Id="rId5" Type="http://schemas.openxmlformats.org/officeDocument/2006/relationships/tags" Target="../tags/tag563.xml"/><Relationship Id="rId4" Type="http://schemas.openxmlformats.org/officeDocument/2006/relationships/tags" Target="../tags/tag562.xml"/></Relationships>
</file>

<file path=ppt/slides/_rels/slide14.xml.rels><?xml version="1.0" encoding="UTF-8" standalone="yes"?>
<Relationships xmlns="http://schemas.openxmlformats.org/package/2006/relationships"><Relationship Id="rId3" Type="http://schemas.openxmlformats.org/officeDocument/2006/relationships/tags" Target="../tags/tag567.xml"/><Relationship Id="rId7" Type="http://schemas.openxmlformats.org/officeDocument/2006/relationships/slideLayout" Target="../slideLayouts/slideLayout21.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s>
</file>

<file path=ppt/slides/_rels/slide15.xml.rels><?xml version="1.0" encoding="UTF-8" standalone="yes"?>
<Relationships xmlns="http://schemas.openxmlformats.org/package/2006/relationships"><Relationship Id="rId3" Type="http://schemas.openxmlformats.org/officeDocument/2006/relationships/tags" Target="../tags/tag573.xml"/><Relationship Id="rId7" Type="http://schemas.openxmlformats.org/officeDocument/2006/relationships/image" Target="../media/image32.jpeg"/><Relationship Id="rId2" Type="http://schemas.openxmlformats.org/officeDocument/2006/relationships/tags" Target="../tags/tag572.xml"/><Relationship Id="rId1" Type="http://schemas.openxmlformats.org/officeDocument/2006/relationships/tags" Target="../tags/tag571.xml"/><Relationship Id="rId6" Type="http://schemas.openxmlformats.org/officeDocument/2006/relationships/slideLayout" Target="../slideLayouts/slideLayout19.xml"/><Relationship Id="rId5" Type="http://schemas.openxmlformats.org/officeDocument/2006/relationships/tags" Target="../tags/tag575.xml"/><Relationship Id="rId4" Type="http://schemas.openxmlformats.org/officeDocument/2006/relationships/tags" Target="../tags/tag574.xml"/></Relationships>
</file>

<file path=ppt/slides/_rels/slide16.xml.rels><?xml version="1.0" encoding="UTF-8" standalone="yes"?>
<Relationships xmlns="http://schemas.openxmlformats.org/package/2006/relationships"><Relationship Id="rId3" Type="http://schemas.openxmlformats.org/officeDocument/2006/relationships/tags" Target="../tags/tag578.xml"/><Relationship Id="rId7" Type="http://schemas.openxmlformats.org/officeDocument/2006/relationships/image" Target="../media/image33.jpeg"/><Relationship Id="rId2" Type="http://schemas.openxmlformats.org/officeDocument/2006/relationships/tags" Target="../tags/tag577.xml"/><Relationship Id="rId1" Type="http://schemas.openxmlformats.org/officeDocument/2006/relationships/tags" Target="../tags/tag576.xml"/><Relationship Id="rId6" Type="http://schemas.openxmlformats.org/officeDocument/2006/relationships/slideLayout" Target="../slideLayouts/slideLayout18.xml"/><Relationship Id="rId5" Type="http://schemas.openxmlformats.org/officeDocument/2006/relationships/tags" Target="../tags/tag580.xml"/><Relationship Id="rId4" Type="http://schemas.openxmlformats.org/officeDocument/2006/relationships/tags" Target="../tags/tag579.xml"/></Relationships>
</file>

<file path=ppt/slides/_rels/slide17.xml.rels><?xml version="1.0" encoding="UTF-8" standalone="yes"?>
<Relationships xmlns="http://schemas.openxmlformats.org/package/2006/relationships"><Relationship Id="rId3" Type="http://schemas.openxmlformats.org/officeDocument/2006/relationships/tags" Target="../tags/tag583.xml"/><Relationship Id="rId7" Type="http://schemas.openxmlformats.org/officeDocument/2006/relationships/image" Target="../media/image34.jpeg"/><Relationship Id="rId2" Type="http://schemas.openxmlformats.org/officeDocument/2006/relationships/tags" Target="../tags/tag582.xml"/><Relationship Id="rId1" Type="http://schemas.openxmlformats.org/officeDocument/2006/relationships/tags" Target="../tags/tag581.xml"/><Relationship Id="rId6" Type="http://schemas.openxmlformats.org/officeDocument/2006/relationships/slideLayout" Target="../slideLayouts/slideLayout19.xml"/><Relationship Id="rId5" Type="http://schemas.openxmlformats.org/officeDocument/2006/relationships/tags" Target="../tags/tag585.xml"/><Relationship Id="rId4" Type="http://schemas.openxmlformats.org/officeDocument/2006/relationships/tags" Target="../tags/tag584.xml"/></Relationships>
</file>

<file path=ppt/slides/_rels/slide18.xml.rels><?xml version="1.0" encoding="UTF-8" standalone="yes"?>
<Relationships xmlns="http://schemas.openxmlformats.org/package/2006/relationships"><Relationship Id="rId3" Type="http://schemas.openxmlformats.org/officeDocument/2006/relationships/tags" Target="../tags/tag588.xml"/><Relationship Id="rId7" Type="http://schemas.openxmlformats.org/officeDocument/2006/relationships/image" Target="../media/image35.jpeg"/><Relationship Id="rId2" Type="http://schemas.openxmlformats.org/officeDocument/2006/relationships/tags" Target="../tags/tag587.xml"/><Relationship Id="rId1" Type="http://schemas.openxmlformats.org/officeDocument/2006/relationships/tags" Target="../tags/tag586.xml"/><Relationship Id="rId6" Type="http://schemas.openxmlformats.org/officeDocument/2006/relationships/slideLayout" Target="../slideLayouts/slideLayout20.xml"/><Relationship Id="rId5" Type="http://schemas.openxmlformats.org/officeDocument/2006/relationships/tags" Target="../tags/tag590.xml"/><Relationship Id="rId4" Type="http://schemas.openxmlformats.org/officeDocument/2006/relationships/tags" Target="../tags/tag589.xml"/></Relationships>
</file>

<file path=ppt/slides/_rels/slide19.xml.rels><?xml version="1.0" encoding="UTF-8" standalone="yes"?>
<Relationships xmlns="http://schemas.openxmlformats.org/package/2006/relationships"><Relationship Id="rId3" Type="http://schemas.openxmlformats.org/officeDocument/2006/relationships/tags" Target="../tags/tag593.xml"/><Relationship Id="rId7" Type="http://schemas.openxmlformats.org/officeDocument/2006/relationships/image" Target="../media/image36.jpeg"/><Relationship Id="rId2" Type="http://schemas.openxmlformats.org/officeDocument/2006/relationships/tags" Target="../tags/tag592.xml"/><Relationship Id="rId1" Type="http://schemas.openxmlformats.org/officeDocument/2006/relationships/tags" Target="../tags/tag591.xml"/><Relationship Id="rId6" Type="http://schemas.openxmlformats.org/officeDocument/2006/relationships/slideLayout" Target="../slideLayouts/slideLayout18.xml"/><Relationship Id="rId5" Type="http://schemas.openxmlformats.org/officeDocument/2006/relationships/tags" Target="../tags/tag595.xml"/><Relationship Id="rId4" Type="http://schemas.openxmlformats.org/officeDocument/2006/relationships/tags" Target="../tags/tag594.xml"/></Relationships>
</file>

<file path=ppt/slides/_rels/slide20.xml.rels><?xml version="1.0" encoding="UTF-8" standalone="yes"?>
<Relationships xmlns="http://schemas.openxmlformats.org/package/2006/relationships"><Relationship Id="rId3" Type="http://schemas.openxmlformats.org/officeDocument/2006/relationships/tags" Target="../tags/tag598.xml"/><Relationship Id="rId7" Type="http://schemas.openxmlformats.org/officeDocument/2006/relationships/image" Target="../media/image37.jpeg"/><Relationship Id="rId2" Type="http://schemas.openxmlformats.org/officeDocument/2006/relationships/tags" Target="../tags/tag597.xml"/><Relationship Id="rId1" Type="http://schemas.openxmlformats.org/officeDocument/2006/relationships/tags" Target="../tags/tag596.xml"/><Relationship Id="rId6" Type="http://schemas.openxmlformats.org/officeDocument/2006/relationships/slideLayout" Target="../slideLayouts/slideLayout19.xml"/><Relationship Id="rId5" Type="http://schemas.openxmlformats.org/officeDocument/2006/relationships/tags" Target="../tags/tag600.xml"/><Relationship Id="rId4" Type="http://schemas.openxmlformats.org/officeDocument/2006/relationships/tags" Target="../tags/tag599.xml"/></Relationships>
</file>

<file path=ppt/slides/_rels/slide21.xml.rels><?xml version="1.0" encoding="UTF-8" standalone="yes"?>
<Relationships xmlns="http://schemas.openxmlformats.org/package/2006/relationships"><Relationship Id="rId3" Type="http://schemas.openxmlformats.org/officeDocument/2006/relationships/tags" Target="../tags/tag603.xml"/><Relationship Id="rId7" Type="http://schemas.openxmlformats.org/officeDocument/2006/relationships/image" Target="../media/image38.jpeg"/><Relationship Id="rId2" Type="http://schemas.openxmlformats.org/officeDocument/2006/relationships/tags" Target="../tags/tag602.xml"/><Relationship Id="rId1" Type="http://schemas.openxmlformats.org/officeDocument/2006/relationships/tags" Target="../tags/tag601.xml"/><Relationship Id="rId6" Type="http://schemas.openxmlformats.org/officeDocument/2006/relationships/slideLayout" Target="../slideLayouts/slideLayout20.xml"/><Relationship Id="rId5" Type="http://schemas.openxmlformats.org/officeDocument/2006/relationships/tags" Target="../tags/tag605.xml"/><Relationship Id="rId4" Type="http://schemas.openxmlformats.org/officeDocument/2006/relationships/tags" Target="../tags/tag604.xml"/></Relationships>
</file>

<file path=ppt/slides/_rels/slide22.xml.rels><?xml version="1.0" encoding="UTF-8" standalone="yes"?>
<Relationships xmlns="http://schemas.openxmlformats.org/package/2006/relationships"><Relationship Id="rId3" Type="http://schemas.openxmlformats.org/officeDocument/2006/relationships/tags" Target="../tags/tag608.xml"/><Relationship Id="rId7" Type="http://schemas.openxmlformats.org/officeDocument/2006/relationships/image" Target="../media/image39.jpeg"/><Relationship Id="rId2" Type="http://schemas.openxmlformats.org/officeDocument/2006/relationships/tags" Target="../tags/tag607.xml"/><Relationship Id="rId1" Type="http://schemas.openxmlformats.org/officeDocument/2006/relationships/tags" Target="../tags/tag606.xml"/><Relationship Id="rId6" Type="http://schemas.openxmlformats.org/officeDocument/2006/relationships/slideLayout" Target="../slideLayouts/slideLayout18.xml"/><Relationship Id="rId5" Type="http://schemas.openxmlformats.org/officeDocument/2006/relationships/tags" Target="../tags/tag610.xml"/><Relationship Id="rId4" Type="http://schemas.openxmlformats.org/officeDocument/2006/relationships/tags" Target="../tags/tag609.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tags" Target="../tags/tag613.xml"/><Relationship Id="rId7" Type="http://schemas.openxmlformats.org/officeDocument/2006/relationships/tags" Target="../tags/tag617.xml"/><Relationship Id="rId2" Type="http://schemas.openxmlformats.org/officeDocument/2006/relationships/tags" Target="../tags/tag612.xml"/><Relationship Id="rId1" Type="http://schemas.openxmlformats.org/officeDocument/2006/relationships/tags" Target="../tags/tag611.xml"/><Relationship Id="rId6" Type="http://schemas.openxmlformats.org/officeDocument/2006/relationships/tags" Target="../tags/tag616.xml"/><Relationship Id="rId5" Type="http://schemas.openxmlformats.org/officeDocument/2006/relationships/tags" Target="../tags/tag615.xml"/><Relationship Id="rId4" Type="http://schemas.openxmlformats.org/officeDocument/2006/relationships/tags" Target="../tags/tag614.xml"/><Relationship Id="rId9" Type="http://schemas.openxmlformats.org/officeDocument/2006/relationships/image" Target="../media/image26.jpeg"/></Relationships>
</file>

<file path=ppt/slides/_rels/slide24.xml.rels><?xml version="1.0" encoding="UTF-8" standalone="yes"?>
<Relationships xmlns="http://schemas.openxmlformats.org/package/2006/relationships"><Relationship Id="rId8" Type="http://schemas.openxmlformats.org/officeDocument/2006/relationships/tags" Target="../tags/tag625.xml"/><Relationship Id="rId3" Type="http://schemas.openxmlformats.org/officeDocument/2006/relationships/tags" Target="../tags/tag620.xml"/><Relationship Id="rId7" Type="http://schemas.openxmlformats.org/officeDocument/2006/relationships/tags" Target="../tags/tag624.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tags" Target="../tags/tag623.xml"/><Relationship Id="rId11" Type="http://schemas.openxmlformats.org/officeDocument/2006/relationships/slideLayout" Target="../slideLayouts/slideLayout27.xml"/><Relationship Id="rId5" Type="http://schemas.openxmlformats.org/officeDocument/2006/relationships/tags" Target="../tags/tag622.xml"/><Relationship Id="rId10" Type="http://schemas.openxmlformats.org/officeDocument/2006/relationships/tags" Target="../tags/tag627.xml"/><Relationship Id="rId4" Type="http://schemas.openxmlformats.org/officeDocument/2006/relationships/tags" Target="../tags/tag621.xml"/><Relationship Id="rId9" Type="http://schemas.openxmlformats.org/officeDocument/2006/relationships/tags" Target="../tags/tag626.xml"/></Relationships>
</file>

<file path=ppt/slides/_rels/slide25.xml.rels><?xml version="1.0" encoding="UTF-8" standalone="yes"?>
<Relationships xmlns="http://schemas.openxmlformats.org/package/2006/relationships"><Relationship Id="rId3" Type="http://schemas.openxmlformats.org/officeDocument/2006/relationships/tags" Target="../tags/tag630.xml"/><Relationship Id="rId7" Type="http://schemas.openxmlformats.org/officeDocument/2006/relationships/image" Target="../media/image40.jpeg"/><Relationship Id="rId2" Type="http://schemas.openxmlformats.org/officeDocument/2006/relationships/tags" Target="../tags/tag629.xml"/><Relationship Id="rId1" Type="http://schemas.openxmlformats.org/officeDocument/2006/relationships/tags" Target="../tags/tag628.xml"/><Relationship Id="rId6" Type="http://schemas.openxmlformats.org/officeDocument/2006/relationships/slideLayout" Target="../slideLayouts/slideLayout19.xml"/><Relationship Id="rId5" Type="http://schemas.openxmlformats.org/officeDocument/2006/relationships/tags" Target="../tags/tag632.xml"/><Relationship Id="rId4" Type="http://schemas.openxmlformats.org/officeDocument/2006/relationships/tags" Target="../tags/tag631.xml"/></Relationships>
</file>

<file path=ppt/slides/_rels/slide26.xml.rels><?xml version="1.0" encoding="UTF-8" standalone="yes"?>
<Relationships xmlns="http://schemas.openxmlformats.org/package/2006/relationships"><Relationship Id="rId3" Type="http://schemas.openxmlformats.org/officeDocument/2006/relationships/tags" Target="../tags/tag635.xml"/><Relationship Id="rId7" Type="http://schemas.openxmlformats.org/officeDocument/2006/relationships/image" Target="../media/image41.jpeg"/><Relationship Id="rId2" Type="http://schemas.openxmlformats.org/officeDocument/2006/relationships/tags" Target="../tags/tag634.xml"/><Relationship Id="rId1" Type="http://schemas.openxmlformats.org/officeDocument/2006/relationships/tags" Target="../tags/tag633.xml"/><Relationship Id="rId6" Type="http://schemas.openxmlformats.org/officeDocument/2006/relationships/slideLayout" Target="../slideLayouts/slideLayout20.xml"/><Relationship Id="rId5" Type="http://schemas.openxmlformats.org/officeDocument/2006/relationships/tags" Target="../tags/tag637.xml"/><Relationship Id="rId4" Type="http://schemas.openxmlformats.org/officeDocument/2006/relationships/tags" Target="../tags/tag636.xml"/></Relationships>
</file>

<file path=ppt/slides/_rels/slide27.xml.rels><?xml version="1.0" encoding="UTF-8" standalone="yes"?>
<Relationships xmlns="http://schemas.openxmlformats.org/package/2006/relationships"><Relationship Id="rId3" Type="http://schemas.openxmlformats.org/officeDocument/2006/relationships/tags" Target="../tags/tag640.xml"/><Relationship Id="rId7" Type="http://schemas.openxmlformats.org/officeDocument/2006/relationships/image" Target="../media/image42.jpeg"/><Relationship Id="rId2" Type="http://schemas.openxmlformats.org/officeDocument/2006/relationships/tags" Target="../tags/tag639.xml"/><Relationship Id="rId1" Type="http://schemas.openxmlformats.org/officeDocument/2006/relationships/tags" Target="../tags/tag638.xml"/><Relationship Id="rId6" Type="http://schemas.openxmlformats.org/officeDocument/2006/relationships/slideLayout" Target="../slideLayouts/slideLayout18.xml"/><Relationship Id="rId5" Type="http://schemas.openxmlformats.org/officeDocument/2006/relationships/tags" Target="../tags/tag642.xml"/><Relationship Id="rId4" Type="http://schemas.openxmlformats.org/officeDocument/2006/relationships/tags" Target="../tags/tag641.xml"/></Relationships>
</file>

<file path=ppt/slides/_rels/slide28.xml.rels><?xml version="1.0" encoding="UTF-8" standalone="yes"?>
<Relationships xmlns="http://schemas.openxmlformats.org/package/2006/relationships"><Relationship Id="rId3" Type="http://schemas.openxmlformats.org/officeDocument/2006/relationships/tags" Target="../tags/tag645.xml"/><Relationship Id="rId7" Type="http://schemas.openxmlformats.org/officeDocument/2006/relationships/slideLayout" Target="../slideLayouts/slideLayout23.xml"/><Relationship Id="rId2" Type="http://schemas.openxmlformats.org/officeDocument/2006/relationships/tags" Target="../tags/tag644.xml"/><Relationship Id="rId1" Type="http://schemas.openxmlformats.org/officeDocument/2006/relationships/tags" Target="../tags/tag643.xml"/><Relationship Id="rId6" Type="http://schemas.openxmlformats.org/officeDocument/2006/relationships/tags" Target="../tags/tag648.xml"/><Relationship Id="rId5" Type="http://schemas.openxmlformats.org/officeDocument/2006/relationships/tags" Target="../tags/tag647.xml"/><Relationship Id="rId4" Type="http://schemas.openxmlformats.org/officeDocument/2006/relationships/tags" Target="../tags/tag646.xml"/></Relationships>
</file>

<file path=ppt/slides/_rels/slide29.xml.rels><?xml version="1.0" encoding="UTF-8" standalone="yes"?>
<Relationships xmlns="http://schemas.openxmlformats.org/package/2006/relationships"><Relationship Id="rId3" Type="http://schemas.openxmlformats.org/officeDocument/2006/relationships/tags" Target="../tags/tag651.xml"/><Relationship Id="rId7" Type="http://schemas.openxmlformats.org/officeDocument/2006/relationships/image" Target="../media/image43.jpeg"/><Relationship Id="rId2" Type="http://schemas.openxmlformats.org/officeDocument/2006/relationships/tags" Target="../tags/tag650.xml"/><Relationship Id="rId1" Type="http://schemas.openxmlformats.org/officeDocument/2006/relationships/tags" Target="../tags/tag649.xml"/><Relationship Id="rId6" Type="http://schemas.openxmlformats.org/officeDocument/2006/relationships/slideLayout" Target="../slideLayouts/slideLayout19.xml"/><Relationship Id="rId5" Type="http://schemas.openxmlformats.org/officeDocument/2006/relationships/tags" Target="../tags/tag653.xml"/><Relationship Id="rId4" Type="http://schemas.openxmlformats.org/officeDocument/2006/relationships/tags" Target="../tags/tag652.xml"/></Relationships>
</file>

<file path=ppt/slides/_rels/slide30.xml.rels><?xml version="1.0" encoding="UTF-8" standalone="yes"?>
<Relationships xmlns="http://schemas.openxmlformats.org/package/2006/relationships"><Relationship Id="rId8" Type="http://schemas.openxmlformats.org/officeDocument/2006/relationships/tags" Target="../tags/tag661.xml"/><Relationship Id="rId3" Type="http://schemas.openxmlformats.org/officeDocument/2006/relationships/tags" Target="../tags/tag656.xml"/><Relationship Id="rId7" Type="http://schemas.openxmlformats.org/officeDocument/2006/relationships/tags" Target="../tags/tag660.xml"/><Relationship Id="rId2" Type="http://schemas.openxmlformats.org/officeDocument/2006/relationships/tags" Target="../tags/tag655.xml"/><Relationship Id="rId1" Type="http://schemas.openxmlformats.org/officeDocument/2006/relationships/tags" Target="../tags/tag654.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tags" Target="../tags/tag657.xml"/><Relationship Id="rId9"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8" Type="http://schemas.openxmlformats.org/officeDocument/2006/relationships/tags" Target="../tags/tag669.xml"/><Relationship Id="rId3" Type="http://schemas.openxmlformats.org/officeDocument/2006/relationships/tags" Target="../tags/tag664.xml"/><Relationship Id="rId7" Type="http://schemas.openxmlformats.org/officeDocument/2006/relationships/tags" Target="../tags/tag668.xml"/><Relationship Id="rId2" Type="http://schemas.openxmlformats.org/officeDocument/2006/relationships/tags" Target="../tags/tag663.xml"/><Relationship Id="rId1" Type="http://schemas.openxmlformats.org/officeDocument/2006/relationships/tags" Target="../tags/tag662.xml"/><Relationship Id="rId6" Type="http://schemas.openxmlformats.org/officeDocument/2006/relationships/tags" Target="../tags/tag667.xml"/><Relationship Id="rId5" Type="http://schemas.openxmlformats.org/officeDocument/2006/relationships/tags" Target="../tags/tag666.xml"/><Relationship Id="rId4" Type="http://schemas.openxmlformats.org/officeDocument/2006/relationships/tags" Target="../tags/tag665.xml"/><Relationship Id="rId9"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tags" Target="../tags/tag672.xml"/><Relationship Id="rId7" Type="http://schemas.openxmlformats.org/officeDocument/2006/relationships/image" Target="../media/image44.jpeg"/><Relationship Id="rId2" Type="http://schemas.openxmlformats.org/officeDocument/2006/relationships/tags" Target="../tags/tag671.xml"/><Relationship Id="rId1" Type="http://schemas.openxmlformats.org/officeDocument/2006/relationships/tags" Target="../tags/tag670.xml"/><Relationship Id="rId6" Type="http://schemas.openxmlformats.org/officeDocument/2006/relationships/slideLayout" Target="../slideLayouts/slideLayout20.xml"/><Relationship Id="rId5" Type="http://schemas.openxmlformats.org/officeDocument/2006/relationships/tags" Target="../tags/tag674.xml"/><Relationship Id="rId4" Type="http://schemas.openxmlformats.org/officeDocument/2006/relationships/tags" Target="../tags/tag673.xml"/></Relationships>
</file>

<file path=ppt/slides/_rels/slide33.xml.rels><?xml version="1.0" encoding="UTF-8" standalone="yes"?>
<Relationships xmlns="http://schemas.openxmlformats.org/package/2006/relationships"><Relationship Id="rId3" Type="http://schemas.openxmlformats.org/officeDocument/2006/relationships/tags" Target="../tags/tag677.xml"/><Relationship Id="rId7" Type="http://schemas.openxmlformats.org/officeDocument/2006/relationships/image" Target="../media/image45.jpeg"/><Relationship Id="rId2" Type="http://schemas.openxmlformats.org/officeDocument/2006/relationships/tags" Target="../tags/tag676.xml"/><Relationship Id="rId1" Type="http://schemas.openxmlformats.org/officeDocument/2006/relationships/tags" Target="../tags/tag675.xml"/><Relationship Id="rId6" Type="http://schemas.openxmlformats.org/officeDocument/2006/relationships/slideLayout" Target="../slideLayouts/slideLayout18.xml"/><Relationship Id="rId5" Type="http://schemas.openxmlformats.org/officeDocument/2006/relationships/tags" Target="../tags/tag679.xml"/><Relationship Id="rId4" Type="http://schemas.openxmlformats.org/officeDocument/2006/relationships/tags" Target="../tags/tag678.xml"/></Relationships>
</file>

<file path=ppt/slides/_rels/slide34.xml.rels><?xml version="1.0" encoding="UTF-8" standalone="yes"?>
<Relationships xmlns="http://schemas.openxmlformats.org/package/2006/relationships"><Relationship Id="rId3" Type="http://schemas.openxmlformats.org/officeDocument/2006/relationships/tags" Target="../tags/tag682.xml"/><Relationship Id="rId7" Type="http://schemas.openxmlformats.org/officeDocument/2006/relationships/image" Target="../media/image46.jpeg"/><Relationship Id="rId2" Type="http://schemas.openxmlformats.org/officeDocument/2006/relationships/tags" Target="../tags/tag681.xml"/><Relationship Id="rId1" Type="http://schemas.openxmlformats.org/officeDocument/2006/relationships/tags" Target="../tags/tag680.xml"/><Relationship Id="rId6" Type="http://schemas.openxmlformats.org/officeDocument/2006/relationships/slideLayout" Target="../slideLayouts/slideLayout19.xml"/><Relationship Id="rId5" Type="http://schemas.openxmlformats.org/officeDocument/2006/relationships/tags" Target="../tags/tag684.xml"/><Relationship Id="rId4" Type="http://schemas.openxmlformats.org/officeDocument/2006/relationships/tags" Target="../tags/tag683.xml"/></Relationships>
</file>

<file path=ppt/slides/_rels/slide35.xml.rels><?xml version="1.0" encoding="UTF-8" standalone="yes"?>
<Relationships xmlns="http://schemas.openxmlformats.org/package/2006/relationships"><Relationship Id="rId3" Type="http://schemas.openxmlformats.org/officeDocument/2006/relationships/tags" Target="../tags/tag687.xml"/><Relationship Id="rId7" Type="http://schemas.openxmlformats.org/officeDocument/2006/relationships/slideLayout" Target="../slideLayouts/slideLayout21.xml"/><Relationship Id="rId2" Type="http://schemas.openxmlformats.org/officeDocument/2006/relationships/tags" Target="../tags/tag686.xml"/><Relationship Id="rId1" Type="http://schemas.openxmlformats.org/officeDocument/2006/relationships/tags" Target="../tags/tag685.xml"/><Relationship Id="rId6" Type="http://schemas.openxmlformats.org/officeDocument/2006/relationships/tags" Target="../tags/tag690.xml"/><Relationship Id="rId5" Type="http://schemas.openxmlformats.org/officeDocument/2006/relationships/tags" Target="../tags/tag689.xml"/><Relationship Id="rId4" Type="http://schemas.openxmlformats.org/officeDocument/2006/relationships/tags" Target="../tags/tag688.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tags" Target="../tags/tag693.xml"/><Relationship Id="rId7" Type="http://schemas.openxmlformats.org/officeDocument/2006/relationships/tags" Target="../tags/tag697.xml"/><Relationship Id="rId2" Type="http://schemas.openxmlformats.org/officeDocument/2006/relationships/tags" Target="../tags/tag692.xml"/><Relationship Id="rId1" Type="http://schemas.openxmlformats.org/officeDocument/2006/relationships/tags" Target="../tags/tag691.xml"/><Relationship Id="rId6" Type="http://schemas.openxmlformats.org/officeDocument/2006/relationships/tags" Target="../tags/tag696.xml"/><Relationship Id="rId5" Type="http://schemas.openxmlformats.org/officeDocument/2006/relationships/tags" Target="../tags/tag695.xml"/><Relationship Id="rId4" Type="http://schemas.openxmlformats.org/officeDocument/2006/relationships/tags" Target="../tags/tag694.xml"/><Relationship Id="rId9" Type="http://schemas.openxmlformats.org/officeDocument/2006/relationships/image" Target="../media/image47.jpeg"/></Relationships>
</file>

<file path=ppt/slides/_rels/slide37.xml.rels><?xml version="1.0" encoding="UTF-8" standalone="yes"?>
<Relationships xmlns="http://schemas.openxmlformats.org/package/2006/relationships"><Relationship Id="rId8" Type="http://schemas.openxmlformats.org/officeDocument/2006/relationships/tags" Target="../tags/tag705.xml"/><Relationship Id="rId3" Type="http://schemas.openxmlformats.org/officeDocument/2006/relationships/tags" Target="../tags/tag700.xml"/><Relationship Id="rId7" Type="http://schemas.openxmlformats.org/officeDocument/2006/relationships/tags" Target="../tags/tag704.xml"/><Relationship Id="rId2" Type="http://schemas.openxmlformats.org/officeDocument/2006/relationships/tags" Target="../tags/tag699.xml"/><Relationship Id="rId1" Type="http://schemas.openxmlformats.org/officeDocument/2006/relationships/tags" Target="../tags/tag698.xml"/><Relationship Id="rId6" Type="http://schemas.openxmlformats.org/officeDocument/2006/relationships/tags" Target="../tags/tag703.xml"/><Relationship Id="rId5" Type="http://schemas.openxmlformats.org/officeDocument/2006/relationships/tags" Target="../tags/tag702.xml"/><Relationship Id="rId4" Type="http://schemas.openxmlformats.org/officeDocument/2006/relationships/tags" Target="../tags/tag701.xml"/><Relationship Id="rId9"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tags" Target="../tags/tag708.xml"/><Relationship Id="rId7" Type="http://schemas.openxmlformats.org/officeDocument/2006/relationships/image" Target="../media/image48.jpeg"/><Relationship Id="rId2" Type="http://schemas.openxmlformats.org/officeDocument/2006/relationships/tags" Target="../tags/tag707.xml"/><Relationship Id="rId1" Type="http://schemas.openxmlformats.org/officeDocument/2006/relationships/tags" Target="../tags/tag706.xml"/><Relationship Id="rId6" Type="http://schemas.openxmlformats.org/officeDocument/2006/relationships/slideLayout" Target="../slideLayouts/slideLayout20.xml"/><Relationship Id="rId5" Type="http://schemas.openxmlformats.org/officeDocument/2006/relationships/tags" Target="../tags/tag710.xml"/><Relationship Id="rId4" Type="http://schemas.openxmlformats.org/officeDocument/2006/relationships/tags" Target="../tags/tag709.xml"/></Relationships>
</file>

<file path=ppt/slides/_rels/slide39.xml.rels><?xml version="1.0" encoding="UTF-8" standalone="yes"?>
<Relationships xmlns="http://schemas.openxmlformats.org/package/2006/relationships"><Relationship Id="rId3" Type="http://schemas.openxmlformats.org/officeDocument/2006/relationships/tags" Target="../tags/tag713.xml"/><Relationship Id="rId7" Type="http://schemas.openxmlformats.org/officeDocument/2006/relationships/image" Target="../media/image49.jpeg"/><Relationship Id="rId2" Type="http://schemas.openxmlformats.org/officeDocument/2006/relationships/tags" Target="../tags/tag712.xml"/><Relationship Id="rId1" Type="http://schemas.openxmlformats.org/officeDocument/2006/relationships/tags" Target="../tags/tag711.xml"/><Relationship Id="rId6" Type="http://schemas.openxmlformats.org/officeDocument/2006/relationships/slideLayout" Target="../slideLayouts/slideLayout18.xml"/><Relationship Id="rId5" Type="http://schemas.openxmlformats.org/officeDocument/2006/relationships/tags" Target="../tags/tag715.xml"/><Relationship Id="rId4" Type="http://schemas.openxmlformats.org/officeDocument/2006/relationships/tags" Target="../tags/tag714.xml"/></Relationships>
</file>

<file path=ppt/slides/_rels/slide40.xml.rels><?xml version="1.0" encoding="UTF-8" standalone="yes"?>
<Relationships xmlns="http://schemas.openxmlformats.org/package/2006/relationships"><Relationship Id="rId3" Type="http://schemas.openxmlformats.org/officeDocument/2006/relationships/tags" Target="../tags/tag718.xml"/><Relationship Id="rId7" Type="http://schemas.openxmlformats.org/officeDocument/2006/relationships/image" Target="../media/image50.jpeg"/><Relationship Id="rId2" Type="http://schemas.openxmlformats.org/officeDocument/2006/relationships/tags" Target="../tags/tag717.xml"/><Relationship Id="rId1" Type="http://schemas.openxmlformats.org/officeDocument/2006/relationships/tags" Target="../tags/tag716.xml"/><Relationship Id="rId6" Type="http://schemas.openxmlformats.org/officeDocument/2006/relationships/slideLayout" Target="../slideLayouts/slideLayout19.xml"/><Relationship Id="rId5" Type="http://schemas.openxmlformats.org/officeDocument/2006/relationships/tags" Target="../tags/tag720.xml"/><Relationship Id="rId4" Type="http://schemas.openxmlformats.org/officeDocument/2006/relationships/tags" Target="../tags/tag719.xml"/></Relationships>
</file>

<file path=ppt/slides/_rels/slide41.xml.rels><?xml version="1.0" encoding="UTF-8" standalone="yes"?>
<Relationships xmlns="http://schemas.openxmlformats.org/package/2006/relationships"><Relationship Id="rId8" Type="http://schemas.openxmlformats.org/officeDocument/2006/relationships/tags" Target="../tags/tag728.xml"/><Relationship Id="rId3" Type="http://schemas.openxmlformats.org/officeDocument/2006/relationships/tags" Target="../tags/tag723.xml"/><Relationship Id="rId7" Type="http://schemas.openxmlformats.org/officeDocument/2006/relationships/tags" Target="../tags/tag727.xml"/><Relationship Id="rId2" Type="http://schemas.openxmlformats.org/officeDocument/2006/relationships/tags" Target="../tags/tag722.xml"/><Relationship Id="rId1" Type="http://schemas.openxmlformats.org/officeDocument/2006/relationships/tags" Target="../tags/tag721.xml"/><Relationship Id="rId6" Type="http://schemas.openxmlformats.org/officeDocument/2006/relationships/tags" Target="../tags/tag726.xml"/><Relationship Id="rId11" Type="http://schemas.openxmlformats.org/officeDocument/2006/relationships/slideLayout" Target="../slideLayouts/slideLayout51.xml"/><Relationship Id="rId5" Type="http://schemas.openxmlformats.org/officeDocument/2006/relationships/tags" Target="../tags/tag725.xml"/><Relationship Id="rId10" Type="http://schemas.openxmlformats.org/officeDocument/2006/relationships/tags" Target="../tags/tag730.xml"/><Relationship Id="rId4" Type="http://schemas.openxmlformats.org/officeDocument/2006/relationships/tags" Target="../tags/tag724.xml"/><Relationship Id="rId9" Type="http://schemas.openxmlformats.org/officeDocument/2006/relationships/tags" Target="../tags/tag729.xml"/></Relationships>
</file>

<file path=ppt/slides/_rels/slide42.xml.rels><?xml version="1.0" encoding="UTF-8" standalone="yes"?>
<Relationships xmlns="http://schemas.openxmlformats.org/package/2006/relationships"><Relationship Id="rId3" Type="http://schemas.openxmlformats.org/officeDocument/2006/relationships/tags" Target="../tags/tag733.xml"/><Relationship Id="rId7" Type="http://schemas.openxmlformats.org/officeDocument/2006/relationships/image" Target="../media/image51.jpeg"/><Relationship Id="rId2" Type="http://schemas.openxmlformats.org/officeDocument/2006/relationships/tags" Target="../tags/tag732.xml"/><Relationship Id="rId1" Type="http://schemas.openxmlformats.org/officeDocument/2006/relationships/tags" Target="../tags/tag731.xml"/><Relationship Id="rId6" Type="http://schemas.openxmlformats.org/officeDocument/2006/relationships/slideLayout" Target="../slideLayouts/slideLayout20.xml"/><Relationship Id="rId5" Type="http://schemas.openxmlformats.org/officeDocument/2006/relationships/tags" Target="../tags/tag735.xml"/><Relationship Id="rId4" Type="http://schemas.openxmlformats.org/officeDocument/2006/relationships/tags" Target="../tags/tag734.xml"/></Relationships>
</file>

<file path=ppt/slides/_rels/slide43.xml.rels><?xml version="1.0" encoding="UTF-8" standalone="yes"?>
<Relationships xmlns="http://schemas.openxmlformats.org/package/2006/relationships"><Relationship Id="rId3" Type="http://schemas.openxmlformats.org/officeDocument/2006/relationships/tags" Target="../tags/tag738.xml"/><Relationship Id="rId7" Type="http://schemas.openxmlformats.org/officeDocument/2006/relationships/image" Target="../media/image52.jpeg"/><Relationship Id="rId2" Type="http://schemas.openxmlformats.org/officeDocument/2006/relationships/tags" Target="../tags/tag737.xml"/><Relationship Id="rId1" Type="http://schemas.openxmlformats.org/officeDocument/2006/relationships/tags" Target="../tags/tag736.xml"/><Relationship Id="rId6" Type="http://schemas.openxmlformats.org/officeDocument/2006/relationships/slideLayout" Target="../slideLayouts/slideLayout18.xml"/><Relationship Id="rId5" Type="http://schemas.openxmlformats.org/officeDocument/2006/relationships/tags" Target="../tags/tag740.xml"/><Relationship Id="rId4" Type="http://schemas.openxmlformats.org/officeDocument/2006/relationships/tags" Target="../tags/tag739.xml"/></Relationships>
</file>

<file path=ppt/slides/_rels/slide44.xml.rels><?xml version="1.0" encoding="UTF-8" standalone="yes"?>
<Relationships xmlns="http://schemas.openxmlformats.org/package/2006/relationships"><Relationship Id="rId8" Type="http://schemas.openxmlformats.org/officeDocument/2006/relationships/tags" Target="../tags/tag748.xml"/><Relationship Id="rId3" Type="http://schemas.openxmlformats.org/officeDocument/2006/relationships/tags" Target="../tags/tag743.xml"/><Relationship Id="rId7" Type="http://schemas.openxmlformats.org/officeDocument/2006/relationships/tags" Target="../tags/tag747.xml"/><Relationship Id="rId2" Type="http://schemas.openxmlformats.org/officeDocument/2006/relationships/tags" Target="../tags/tag742.xml"/><Relationship Id="rId1" Type="http://schemas.openxmlformats.org/officeDocument/2006/relationships/tags" Target="../tags/tag741.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 Id="rId9"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F7EDF397-0439-59FC-0083-ECFA9984450D}"/>
              </a:ext>
            </a:extLst>
          </p:cNvPr>
          <p:cNvPicPr>
            <a:picLocks noGrp="1" noChangeAspect="1"/>
          </p:cNvPicPr>
          <p:nvPr>
            <p:ph type="pic" sz="quarter" idx="27"/>
            <p:custDataLst>
              <p:tags r:id="rId1"/>
            </p:custDataLst>
          </p:nvPr>
        </p:nvPicPr>
        <p:blipFill>
          <a:blip r:embed="rId6"/>
          <a:srcRect l="35436" r="35436"/>
          <a:stretch>
            <a:fillRect/>
          </a:stretch>
        </p:blipFill>
        <p:spPr/>
      </p:pic>
      <p:sp>
        <p:nvSpPr>
          <p:cNvPr id="3" name="Footer">
            <a:extLst>
              <a:ext uri="{FF2B5EF4-FFF2-40B4-BE49-F238E27FC236}">
                <a16:creationId xmlns:a16="http://schemas.microsoft.com/office/drawing/2014/main" id="{E59B9C68-56BF-5CB0-4987-4E075F212829}"/>
              </a:ext>
            </a:extLst>
          </p:cNvPr>
          <p:cNvSpPr>
            <a:spLocks noGrp="1"/>
          </p:cNvSpPr>
          <p:nvPr>
            <p:ph type="body" sz="quarter" idx="22"/>
            <p:custDataLst>
              <p:tags r:id="rId2"/>
            </p:custDataLst>
          </p:nvPr>
        </p:nvSpPr>
        <p:spPr/>
        <p:txBody>
          <a:bodyPr/>
          <a:lstStyle/>
          <a:p>
            <a:r>
              <a:rPr lang="en-US"/>
              <a:t>CREATED BY: Zek Furtado DATE: January-2026</a:t>
            </a:r>
          </a:p>
        </p:txBody>
      </p:sp>
      <p:sp>
        <p:nvSpPr>
          <p:cNvPr id="4" name="Subtitle Placeholder">
            <a:extLst>
              <a:ext uri="{FF2B5EF4-FFF2-40B4-BE49-F238E27FC236}">
                <a16:creationId xmlns:a16="http://schemas.microsoft.com/office/drawing/2014/main" id="{9A0F90E8-B8DE-59CC-1565-459A491E613F}"/>
              </a:ext>
            </a:extLst>
          </p:cNvPr>
          <p:cNvSpPr>
            <a:spLocks noGrp="1"/>
          </p:cNvSpPr>
          <p:nvPr>
            <p:ph type="body" idx="26"/>
            <p:custDataLst>
              <p:tags r:id="rId3"/>
            </p:custDataLst>
          </p:nvPr>
        </p:nvSpPr>
        <p:spPr/>
        <p:txBody>
          <a:bodyPr/>
          <a:lstStyle/>
          <a:p>
            <a:r>
              <a:rPr lang="en-US"/>
              <a:t>Smart Visitor Management System for BARTI</a:t>
            </a:r>
          </a:p>
        </p:txBody>
      </p:sp>
      <p:sp>
        <p:nvSpPr>
          <p:cNvPr id="5" name="Title 4">
            <a:extLst>
              <a:ext uri="{FF2B5EF4-FFF2-40B4-BE49-F238E27FC236}">
                <a16:creationId xmlns:a16="http://schemas.microsoft.com/office/drawing/2014/main" id="{6C7F3948-18C3-94C4-1131-84A0F549B48F}"/>
              </a:ext>
            </a:extLst>
          </p:cNvPr>
          <p:cNvSpPr>
            <a:spLocks noGrp="1"/>
          </p:cNvSpPr>
          <p:nvPr>
            <p:ph type="title"/>
            <p:custDataLst>
              <p:tags r:id="rId4"/>
            </p:custDataLst>
          </p:nvPr>
        </p:nvSpPr>
        <p:spPr/>
        <p:txBody>
          <a:bodyPr/>
          <a:lstStyle/>
          <a:p>
            <a:r>
              <a:rPr lang="en-US"/>
              <a:t>E-Pravesh</a:t>
            </a:r>
          </a:p>
        </p:txBody>
      </p:sp>
    </p:spTree>
    <p:extLst>
      <p:ext uri="{BB962C8B-B14F-4D97-AF65-F5344CB8AC3E}">
        <p14:creationId xmlns:p14="http://schemas.microsoft.com/office/powerpoint/2010/main" val="1376966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108687-BEF4-F26F-6C97-D6B4D128AA24}"/>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4AC7087A-5610-EF27-1212-F3B18006336E}"/>
              </a:ext>
            </a:extLst>
          </p:cNvPr>
          <p:cNvSpPr>
            <a:spLocks noGrp="1"/>
          </p:cNvSpPr>
          <p:nvPr>
            <p:ph type="body" idx="26"/>
            <p:custDataLst>
              <p:tags r:id="rId2"/>
            </p:custDataLst>
          </p:nvPr>
        </p:nvSpPr>
        <p:spPr/>
        <p:txBody>
          <a:bodyPr/>
          <a:lstStyle/>
          <a:p>
            <a:r>
              <a:rPr lang="en-US"/>
              <a:t>Visitor Registration Issues</a:t>
            </a:r>
          </a:p>
        </p:txBody>
      </p:sp>
      <p:sp>
        <p:nvSpPr>
          <p:cNvPr id="4" name="Title 3">
            <a:extLst>
              <a:ext uri="{FF2B5EF4-FFF2-40B4-BE49-F238E27FC236}">
                <a16:creationId xmlns:a16="http://schemas.microsoft.com/office/drawing/2014/main" id="{86802847-9C9E-F8E7-679F-2BBB3A3DD827}"/>
              </a:ext>
            </a:extLst>
          </p:cNvPr>
          <p:cNvSpPr>
            <a:spLocks noGrp="1"/>
          </p:cNvSpPr>
          <p:nvPr>
            <p:ph type="title"/>
            <p:custDataLst>
              <p:tags r:id="rId3"/>
            </p:custDataLst>
          </p:nvPr>
        </p:nvSpPr>
        <p:spPr/>
        <p:txBody>
          <a:bodyPr/>
          <a:lstStyle/>
          <a:p>
            <a:r>
              <a:rPr lang="en-US"/>
              <a:t>Visitor Challenges</a:t>
            </a:r>
          </a:p>
        </p:txBody>
      </p:sp>
      <p:pic>
        <p:nvPicPr>
          <p:cNvPr id="8" name="Picture Placeholder 7">
            <a:extLst>
              <a:ext uri="{FF2B5EF4-FFF2-40B4-BE49-F238E27FC236}">
                <a16:creationId xmlns:a16="http://schemas.microsoft.com/office/drawing/2014/main" id="{497A5119-C5D3-77C5-F1D3-B748842143BA}"/>
              </a:ext>
            </a:extLst>
          </p:cNvPr>
          <p:cNvPicPr>
            <a:picLocks noGrp="1" noChangeAspect="1"/>
          </p:cNvPicPr>
          <p:nvPr>
            <p:ph type="pic" sz="quarter" idx="27"/>
            <p:custDataLst>
              <p:tags r:id="rId4"/>
            </p:custDataLst>
          </p:nvPr>
        </p:nvPicPr>
        <p:blipFill>
          <a:blip r:embed="rId7"/>
          <a:srcRect t="19278" b="19278"/>
          <a:stretch>
            <a:fillRect/>
          </a:stretch>
        </p:blipFill>
        <p:spPr/>
      </p:pic>
      <p:sp>
        <p:nvSpPr>
          <p:cNvPr id="6" name="Text Placeholder 5">
            <a:extLst>
              <a:ext uri="{FF2B5EF4-FFF2-40B4-BE49-F238E27FC236}">
                <a16:creationId xmlns:a16="http://schemas.microsoft.com/office/drawing/2014/main" id="{434B9B28-121B-DA18-F6E8-1CD31EED6B05}"/>
              </a:ext>
            </a:extLst>
          </p:cNvPr>
          <p:cNvSpPr>
            <a:spLocks noGrp="1"/>
          </p:cNvSpPr>
          <p:nvPr>
            <p:ph type="body" idx="25"/>
            <p:custDataLst>
              <p:tags r:id="rId5"/>
            </p:custDataLst>
          </p:nvPr>
        </p:nvSpPr>
        <p:spPr/>
        <p:txBody>
          <a:bodyPr/>
          <a:lstStyle/>
          <a:p>
            <a:r>
              <a:rPr lang="en-US"/>
              <a:t>Manual visitor registration is time-consuming and error-prone. Employees unaware of visitor arrivals in advance. No centralized tracking system for visitor history. Difficulty in managing multiple visitors simultaneously. Lack of real-time communication between gatekeepers and employees. Security concerns with unauthorized access.</a:t>
            </a:r>
          </a:p>
        </p:txBody>
      </p:sp>
    </p:spTree>
    <p:extLst>
      <p:ext uri="{BB962C8B-B14F-4D97-AF65-F5344CB8AC3E}">
        <p14:creationId xmlns:p14="http://schemas.microsoft.com/office/powerpoint/2010/main" val="1395143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CE79BF-F093-36CE-00FB-7295630DDB2F}"/>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6F5C548F-740B-65C7-1AC1-689CC39BD9D8}"/>
              </a:ext>
            </a:extLst>
          </p:cNvPr>
          <p:cNvSpPr>
            <a:spLocks noGrp="1"/>
          </p:cNvSpPr>
          <p:nvPr>
            <p:ph type="body" idx="26"/>
            <p:custDataLst>
              <p:tags r:id="rId2"/>
            </p:custDataLst>
          </p:nvPr>
        </p:nvSpPr>
        <p:spPr/>
        <p:txBody>
          <a:bodyPr/>
          <a:lstStyle/>
          <a:p>
            <a:r>
              <a:rPr lang="en-US"/>
              <a:t>Features</a:t>
            </a:r>
          </a:p>
        </p:txBody>
      </p:sp>
      <p:sp>
        <p:nvSpPr>
          <p:cNvPr id="4" name="Title 3">
            <a:extLst>
              <a:ext uri="{FF2B5EF4-FFF2-40B4-BE49-F238E27FC236}">
                <a16:creationId xmlns:a16="http://schemas.microsoft.com/office/drawing/2014/main" id="{BB37F11E-5502-B11D-58C6-8EDD8992ACC5}"/>
              </a:ext>
            </a:extLst>
          </p:cNvPr>
          <p:cNvSpPr>
            <a:spLocks noGrp="1"/>
          </p:cNvSpPr>
          <p:nvPr>
            <p:ph type="title"/>
            <p:custDataLst>
              <p:tags r:id="rId3"/>
            </p:custDataLst>
          </p:nvPr>
        </p:nvSpPr>
        <p:spPr/>
        <p:txBody>
          <a:bodyPr/>
          <a:lstStyle/>
          <a:p>
            <a:r>
              <a:rPr lang="en-US"/>
              <a:t>Solution Overview</a:t>
            </a:r>
          </a:p>
        </p:txBody>
      </p:sp>
      <p:pic>
        <p:nvPicPr>
          <p:cNvPr id="8" name="Picture Placeholder 7">
            <a:extLst>
              <a:ext uri="{FF2B5EF4-FFF2-40B4-BE49-F238E27FC236}">
                <a16:creationId xmlns:a16="http://schemas.microsoft.com/office/drawing/2014/main" id="{D8F4F662-AB95-021A-8E21-11509A0CDE0C}"/>
              </a:ext>
            </a:extLst>
          </p:cNvPr>
          <p:cNvPicPr>
            <a:picLocks noGrp="1" noChangeAspect="1"/>
          </p:cNvPicPr>
          <p:nvPr>
            <p:ph type="pic" sz="quarter" idx="27"/>
            <p:custDataLst>
              <p:tags r:id="rId4"/>
            </p:custDataLst>
          </p:nvPr>
        </p:nvPicPr>
        <p:blipFill>
          <a:blip r:embed="rId7"/>
          <a:srcRect l="3508" r="3508"/>
          <a:stretch>
            <a:fillRect/>
          </a:stretch>
        </p:blipFill>
        <p:spPr/>
      </p:pic>
      <p:sp>
        <p:nvSpPr>
          <p:cNvPr id="6" name="Text Placeholder 5">
            <a:extLst>
              <a:ext uri="{FF2B5EF4-FFF2-40B4-BE49-F238E27FC236}">
                <a16:creationId xmlns:a16="http://schemas.microsoft.com/office/drawing/2014/main" id="{ABDE8CB2-B758-4E23-E293-ECB496300F90}"/>
              </a:ext>
            </a:extLst>
          </p:cNvPr>
          <p:cNvSpPr>
            <a:spLocks noGrp="1"/>
          </p:cNvSpPr>
          <p:nvPr>
            <p:ph type="body" idx="25"/>
            <p:custDataLst>
              <p:tags r:id="rId5"/>
            </p:custDataLst>
          </p:nvPr>
        </p:nvSpPr>
        <p:spPr/>
        <p:txBody>
          <a:bodyPr/>
          <a:lstStyle/>
          <a:p>
            <a:r>
              <a:rPr lang="en-US" dirty="0"/>
              <a:t>Smart Registration: Auto-detects returning visitors by phone number.
Real-Time Notifications: Instant push notifications to employees.
Photo Capture: Visual identification with camera integration.
Dual Interface: Separate workflows for gatekeepers and employees.
History Tracking: Complete visitor profile and visit history.
Cloud-Based:</a:t>
            </a:r>
          </a:p>
        </p:txBody>
      </p:sp>
    </p:spTree>
    <p:extLst>
      <p:ext uri="{BB962C8B-B14F-4D97-AF65-F5344CB8AC3E}">
        <p14:creationId xmlns:p14="http://schemas.microsoft.com/office/powerpoint/2010/main" val="2105166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F30891-16A5-011E-9A43-257CAB45110D}"/>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6790F164-6A98-D342-2352-8CA3D7291B1F}"/>
              </a:ext>
            </a:extLst>
          </p:cNvPr>
          <p:cNvSpPr>
            <a:spLocks noGrp="1"/>
          </p:cNvSpPr>
          <p:nvPr>
            <p:ph type="title"/>
            <p:custDataLst>
              <p:tags r:id="rId2"/>
            </p:custDataLst>
          </p:nvPr>
        </p:nvSpPr>
        <p:spPr/>
        <p:txBody>
          <a:bodyPr/>
          <a:lstStyle/>
          <a:p>
            <a:r>
              <a:rPr lang="en-US" dirty="0"/>
              <a:t>System Architecture</a:t>
            </a:r>
          </a:p>
        </p:txBody>
      </p:sp>
      <p:sp>
        <p:nvSpPr>
          <p:cNvPr id="4" name="Text Placeholder 3">
            <a:extLst>
              <a:ext uri="{FF2B5EF4-FFF2-40B4-BE49-F238E27FC236}">
                <a16:creationId xmlns:a16="http://schemas.microsoft.com/office/drawing/2014/main" id="{5FDCCD31-DEEA-C324-567E-D1A45E3000EB}"/>
              </a:ext>
            </a:extLst>
          </p:cNvPr>
          <p:cNvSpPr>
            <a:spLocks noGrp="1"/>
          </p:cNvSpPr>
          <p:nvPr>
            <p:ph type="body" idx="25"/>
            <p:custDataLst>
              <p:tags r:id="rId3"/>
            </p:custDataLst>
          </p:nvPr>
        </p:nvSpPr>
        <p:spPr>
          <a:xfrm>
            <a:off x="587373" y="4516602"/>
            <a:ext cx="6186913" cy="2103139"/>
          </a:xfrm>
        </p:spPr>
        <p:txBody>
          <a:bodyPr/>
          <a:lstStyle/>
          <a:p>
            <a:r>
              <a:rPr lang="en-US" dirty="0"/>
              <a:t>Built on Clean Architecture Principles
Architecture Layers:
1. Presentation Layer
- </a:t>
            </a:r>
            <a:r>
              <a:rPr lang="en-US" dirty="0" err="1"/>
              <a:t>BLoC</a:t>
            </a:r>
            <a:r>
              <a:rPr lang="en-US" dirty="0"/>
              <a:t>/Cubit state management
- Flutter UI components
- Real-time updates
2. Domain Layer
- Business entities
- Use cases
- Repository contracts
3. Data Layer
- Firebase integration
- Cloud </a:t>
            </a:r>
            <a:r>
              <a:rPr lang="en-US" dirty="0" err="1"/>
              <a:t>Firestore</a:t>
            </a:r>
            <a:r>
              <a:rPr lang="en-US" dirty="0"/>
              <a:t>
- Firebase Storage
- FCM notifications</a:t>
            </a:r>
          </a:p>
        </p:txBody>
      </p:sp>
      <p:sp>
        <p:nvSpPr>
          <p:cNvPr id="5" name="Text Placeholder 4">
            <a:extLst>
              <a:ext uri="{FF2B5EF4-FFF2-40B4-BE49-F238E27FC236}">
                <a16:creationId xmlns:a16="http://schemas.microsoft.com/office/drawing/2014/main" id="{BD067FA0-C2D4-B871-9FA3-076478C85DED}"/>
              </a:ext>
            </a:extLst>
          </p:cNvPr>
          <p:cNvSpPr>
            <a:spLocks noGrp="1"/>
          </p:cNvSpPr>
          <p:nvPr>
            <p:ph type="body" idx="29"/>
            <p:custDataLst>
              <p:tags r:id="rId4"/>
            </p:custDataLst>
          </p:nvPr>
        </p:nvSpPr>
        <p:spPr/>
        <p:txBody>
          <a:bodyPr/>
          <a:lstStyle/>
          <a:p>
            <a:r>
              <a:rPr lang="en-US"/>
              <a:t>Technical Stack:
- Flutter (Cross-platform)
- Firebase Auth, Firestore, Storage, FCM
- GetIt (Dependency Injection)
- Clean Architecture + TDD</a:t>
            </a:r>
          </a:p>
        </p:txBody>
      </p:sp>
      <p:sp>
        <p:nvSpPr>
          <p:cNvPr id="6" name="Text Placeholder 5">
            <a:extLst>
              <a:ext uri="{FF2B5EF4-FFF2-40B4-BE49-F238E27FC236}">
                <a16:creationId xmlns:a16="http://schemas.microsoft.com/office/drawing/2014/main" id="{2126BBFA-AD1B-5F2D-6301-0771A4CF24E1}"/>
              </a:ext>
            </a:extLst>
          </p:cNvPr>
          <p:cNvSpPr>
            <a:spLocks noGrp="1"/>
          </p:cNvSpPr>
          <p:nvPr>
            <p:ph type="body" idx="31"/>
            <p:custDataLst>
              <p:tags r:id="rId5"/>
            </p:custDataLst>
          </p:nvPr>
        </p:nvSpPr>
        <p:spPr/>
        <p:txBody>
          <a:bodyPr/>
          <a:lstStyle/>
          <a:p>
            <a:r>
              <a:rPr lang="en-US" dirty="0"/>
              <a:t>Architecture Layers</a:t>
            </a:r>
          </a:p>
        </p:txBody>
      </p:sp>
      <p:sp>
        <p:nvSpPr>
          <p:cNvPr id="7" name="Text Placeholder 6">
            <a:extLst>
              <a:ext uri="{FF2B5EF4-FFF2-40B4-BE49-F238E27FC236}">
                <a16:creationId xmlns:a16="http://schemas.microsoft.com/office/drawing/2014/main" id="{1E4025B2-659A-B855-CFED-14DE301EAC46}"/>
              </a:ext>
            </a:extLst>
          </p:cNvPr>
          <p:cNvSpPr>
            <a:spLocks noGrp="1"/>
          </p:cNvSpPr>
          <p:nvPr>
            <p:ph type="body" idx="32"/>
            <p:custDataLst>
              <p:tags r:id="rId6"/>
            </p:custDataLst>
          </p:nvPr>
        </p:nvSpPr>
        <p:spPr/>
        <p:txBody>
          <a:bodyPr/>
          <a:lstStyle/>
          <a:p>
            <a:r>
              <a:rPr lang="en-US"/>
              <a:t>Technical Stack</a:t>
            </a:r>
          </a:p>
        </p:txBody>
      </p:sp>
    </p:spTree>
    <p:extLst>
      <p:ext uri="{BB962C8B-B14F-4D97-AF65-F5344CB8AC3E}">
        <p14:creationId xmlns:p14="http://schemas.microsoft.com/office/powerpoint/2010/main" val="1062987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F7E4AD-02AC-4A05-081D-7BADFADD7590}"/>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0012E343-D3D5-240E-B78E-7AAC1D00D106}"/>
              </a:ext>
            </a:extLst>
          </p:cNvPr>
          <p:cNvSpPr>
            <a:spLocks noGrp="1"/>
          </p:cNvSpPr>
          <p:nvPr>
            <p:ph type="body" idx="26"/>
            <p:custDataLst>
              <p:tags r:id="rId2"/>
            </p:custDataLst>
          </p:nvPr>
        </p:nvSpPr>
        <p:spPr/>
        <p:txBody>
          <a:bodyPr/>
          <a:lstStyle/>
          <a:p>
            <a:r>
              <a:rPr lang="en-US"/>
              <a:t>User Roles</a:t>
            </a:r>
          </a:p>
        </p:txBody>
      </p:sp>
      <p:sp>
        <p:nvSpPr>
          <p:cNvPr id="4" name="Title 3">
            <a:extLst>
              <a:ext uri="{FF2B5EF4-FFF2-40B4-BE49-F238E27FC236}">
                <a16:creationId xmlns:a16="http://schemas.microsoft.com/office/drawing/2014/main" id="{1A8AE88B-B053-3CF2-C2F2-A369D68C71DA}"/>
              </a:ext>
            </a:extLst>
          </p:cNvPr>
          <p:cNvSpPr>
            <a:spLocks noGrp="1"/>
          </p:cNvSpPr>
          <p:nvPr>
            <p:ph type="title"/>
            <p:custDataLst>
              <p:tags r:id="rId3"/>
            </p:custDataLst>
          </p:nvPr>
        </p:nvSpPr>
        <p:spPr/>
        <p:txBody>
          <a:bodyPr/>
          <a:lstStyle/>
          <a:p>
            <a:r>
              <a:rPr lang="en-US"/>
              <a:t>Role-Based Access</a:t>
            </a:r>
          </a:p>
        </p:txBody>
      </p:sp>
      <p:pic>
        <p:nvPicPr>
          <p:cNvPr id="8" name="Picture Placeholder 7">
            <a:extLst>
              <a:ext uri="{FF2B5EF4-FFF2-40B4-BE49-F238E27FC236}">
                <a16:creationId xmlns:a16="http://schemas.microsoft.com/office/drawing/2014/main" id="{EB4E4F03-47C4-E143-C546-848F9A25F4BC}"/>
              </a:ext>
            </a:extLst>
          </p:cNvPr>
          <p:cNvPicPr>
            <a:picLocks noGrp="1" noChangeAspect="1"/>
          </p:cNvPicPr>
          <p:nvPr>
            <p:ph type="pic" sz="quarter" idx="27"/>
            <p:custDataLst>
              <p:tags r:id="rId4"/>
            </p:custDataLst>
          </p:nvPr>
        </p:nvPicPr>
        <p:blipFill>
          <a:blip r:embed="rId7"/>
          <a:srcRect t="19332" b="19332"/>
          <a:stretch>
            <a:fillRect/>
          </a:stretch>
        </p:blipFill>
        <p:spPr/>
      </p:pic>
      <p:sp>
        <p:nvSpPr>
          <p:cNvPr id="6" name="Text Placeholder 5">
            <a:extLst>
              <a:ext uri="{FF2B5EF4-FFF2-40B4-BE49-F238E27FC236}">
                <a16:creationId xmlns:a16="http://schemas.microsoft.com/office/drawing/2014/main" id="{5CB1EAB1-10A6-B244-91AA-F217FFB0D563}"/>
              </a:ext>
            </a:extLst>
          </p:cNvPr>
          <p:cNvSpPr>
            <a:spLocks noGrp="1"/>
          </p:cNvSpPr>
          <p:nvPr>
            <p:ph type="body" idx="25"/>
            <p:custDataLst>
              <p:tags r:id="rId5"/>
            </p:custDataLst>
          </p:nvPr>
        </p:nvSpPr>
        <p:spPr/>
        <p:txBody>
          <a:bodyPr/>
          <a:lstStyle/>
          <a:p>
            <a:r>
              <a:rPr lang="en-US"/>
              <a:t>User Roles:
1. Gatekeeper
- Front desk personnel
- Register visitors
- Manage visitor flow
- View all statistics</a:t>
            </a:r>
          </a:p>
        </p:txBody>
      </p:sp>
    </p:spTree>
    <p:extLst>
      <p:ext uri="{BB962C8B-B14F-4D97-AF65-F5344CB8AC3E}">
        <p14:creationId xmlns:p14="http://schemas.microsoft.com/office/powerpoint/2010/main" val="3975585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53DA21-C2FC-2E33-1F63-BCF3AA0639C2}"/>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266B0865-E49A-AD6E-D6AA-01D97951720C}"/>
              </a:ext>
            </a:extLst>
          </p:cNvPr>
          <p:cNvSpPr>
            <a:spLocks noGrp="1"/>
          </p:cNvSpPr>
          <p:nvPr>
            <p:ph type="body" idx="26"/>
            <p:custDataLst>
              <p:tags r:id="rId2"/>
            </p:custDataLst>
          </p:nvPr>
        </p:nvSpPr>
        <p:spPr/>
        <p:txBody>
          <a:bodyPr/>
          <a:lstStyle/>
          <a:p>
            <a:r>
              <a:rPr lang="en-US"/>
              <a:t>Staff Responsibilities</a:t>
            </a:r>
          </a:p>
        </p:txBody>
      </p:sp>
      <p:sp>
        <p:nvSpPr>
          <p:cNvPr id="4" name="Title 3">
            <a:extLst>
              <a:ext uri="{FF2B5EF4-FFF2-40B4-BE49-F238E27FC236}">
                <a16:creationId xmlns:a16="http://schemas.microsoft.com/office/drawing/2014/main" id="{D5FC36D8-4E6D-8F17-A329-DEC563035EB3}"/>
              </a:ext>
            </a:extLst>
          </p:cNvPr>
          <p:cNvSpPr>
            <a:spLocks noGrp="1"/>
          </p:cNvSpPr>
          <p:nvPr>
            <p:ph type="title"/>
            <p:custDataLst>
              <p:tags r:id="rId3"/>
            </p:custDataLst>
          </p:nvPr>
        </p:nvSpPr>
        <p:spPr/>
        <p:txBody>
          <a:bodyPr/>
          <a:lstStyle/>
          <a:p>
            <a:r>
              <a:rPr lang="en-US"/>
              <a:t>Employee Capabilities</a:t>
            </a:r>
          </a:p>
        </p:txBody>
      </p:sp>
      <p:pic>
        <p:nvPicPr>
          <p:cNvPr id="8" name="Picture Placeholder 7">
            <a:extLst>
              <a:ext uri="{FF2B5EF4-FFF2-40B4-BE49-F238E27FC236}">
                <a16:creationId xmlns:a16="http://schemas.microsoft.com/office/drawing/2014/main" id="{0EE8CC50-52CA-8A38-1E70-C6AA454ADE31}"/>
              </a:ext>
            </a:extLst>
          </p:cNvPr>
          <p:cNvPicPr>
            <a:picLocks noGrp="1" noChangeAspect="1"/>
          </p:cNvPicPr>
          <p:nvPr>
            <p:ph type="pic" sz="quarter" idx="27"/>
            <p:custDataLst>
              <p:tags r:id="rId4"/>
            </p:custDataLst>
          </p:nvPr>
        </p:nvPicPr>
        <p:blipFill>
          <a:blip r:embed="rId7"/>
          <a:srcRect l="29337" r="29337"/>
          <a:stretch>
            <a:fillRect/>
          </a:stretch>
        </p:blipFill>
        <p:spPr/>
      </p:pic>
      <p:sp>
        <p:nvSpPr>
          <p:cNvPr id="6" name="Text Placeholder 5">
            <a:extLst>
              <a:ext uri="{FF2B5EF4-FFF2-40B4-BE49-F238E27FC236}">
                <a16:creationId xmlns:a16="http://schemas.microsoft.com/office/drawing/2014/main" id="{4E73DB8E-1942-61AC-9B07-464AF5A7A4B4}"/>
              </a:ext>
            </a:extLst>
          </p:cNvPr>
          <p:cNvSpPr>
            <a:spLocks noGrp="1"/>
          </p:cNvSpPr>
          <p:nvPr>
            <p:ph type="body" idx="25"/>
            <p:custDataLst>
              <p:tags r:id="rId5"/>
            </p:custDataLst>
          </p:nvPr>
        </p:nvSpPr>
        <p:spPr/>
        <p:txBody>
          <a:bodyPr/>
          <a:lstStyle/>
          <a:p>
            <a:r>
              <a:rPr lang="en-US"/>
              <a:t>- Staff members
- Approve/reject visitors
- View personal visitor requests
- Access visit history</a:t>
            </a:r>
          </a:p>
        </p:txBody>
      </p:sp>
    </p:spTree>
    <p:extLst>
      <p:ext uri="{BB962C8B-B14F-4D97-AF65-F5344CB8AC3E}">
        <p14:creationId xmlns:p14="http://schemas.microsoft.com/office/powerpoint/2010/main" val="3075244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573A55-A4FB-2FB9-922B-549DF5388FAF}"/>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0D14B89B-3F8F-72BB-9C48-41A41F9B7295}"/>
              </a:ext>
            </a:extLst>
          </p:cNvPr>
          <p:cNvSpPr>
            <a:spLocks noGrp="1"/>
          </p:cNvSpPr>
          <p:nvPr>
            <p:ph type="body" idx="26"/>
            <p:custDataLst>
              <p:tags r:id="rId2"/>
            </p:custDataLst>
          </p:nvPr>
        </p:nvSpPr>
        <p:spPr/>
        <p:txBody>
          <a:bodyPr/>
          <a:lstStyle/>
          <a:p>
            <a:r>
              <a:rPr lang="en-US"/>
              <a:t>Authentication Options</a:t>
            </a:r>
          </a:p>
        </p:txBody>
      </p:sp>
      <p:sp>
        <p:nvSpPr>
          <p:cNvPr id="4" name="Title 3">
            <a:extLst>
              <a:ext uri="{FF2B5EF4-FFF2-40B4-BE49-F238E27FC236}">
                <a16:creationId xmlns:a16="http://schemas.microsoft.com/office/drawing/2014/main" id="{B85A9E21-3E43-B147-205F-E29FFB674C21}"/>
              </a:ext>
            </a:extLst>
          </p:cNvPr>
          <p:cNvSpPr>
            <a:spLocks noGrp="1"/>
          </p:cNvSpPr>
          <p:nvPr>
            <p:ph type="title"/>
            <p:custDataLst>
              <p:tags r:id="rId3"/>
            </p:custDataLst>
          </p:nvPr>
        </p:nvSpPr>
        <p:spPr/>
        <p:txBody>
          <a:bodyPr/>
          <a:lstStyle/>
          <a:p>
            <a:r>
              <a:rPr lang="en-US"/>
              <a:t>Authentication Features</a:t>
            </a:r>
          </a:p>
        </p:txBody>
      </p:sp>
      <p:pic>
        <p:nvPicPr>
          <p:cNvPr id="8" name="Picture Placeholder 7">
            <a:extLst>
              <a:ext uri="{FF2B5EF4-FFF2-40B4-BE49-F238E27FC236}">
                <a16:creationId xmlns:a16="http://schemas.microsoft.com/office/drawing/2014/main" id="{B32F8283-6993-1B6D-3F14-6AE8D460EAE3}"/>
              </a:ext>
            </a:extLst>
          </p:cNvPr>
          <p:cNvPicPr>
            <a:picLocks noGrp="1" noChangeAspect="1"/>
          </p:cNvPicPr>
          <p:nvPr>
            <p:ph type="pic" sz="quarter" idx="27"/>
            <p:custDataLst>
              <p:tags r:id="rId4"/>
            </p:custDataLst>
          </p:nvPr>
        </p:nvPicPr>
        <p:blipFill>
          <a:blip r:embed="rId7"/>
          <a:srcRect l="13770" r="13770"/>
          <a:stretch>
            <a:fillRect/>
          </a:stretch>
        </p:blipFill>
        <p:spPr/>
      </p:pic>
      <p:sp>
        <p:nvSpPr>
          <p:cNvPr id="6" name="Text Placeholder 5">
            <a:extLst>
              <a:ext uri="{FF2B5EF4-FFF2-40B4-BE49-F238E27FC236}">
                <a16:creationId xmlns:a16="http://schemas.microsoft.com/office/drawing/2014/main" id="{CF14A889-01DF-C57E-4732-371AD18C452D}"/>
              </a:ext>
            </a:extLst>
          </p:cNvPr>
          <p:cNvSpPr>
            <a:spLocks noGrp="1"/>
          </p:cNvSpPr>
          <p:nvPr>
            <p:ph type="body" idx="25"/>
            <p:custDataLst>
              <p:tags r:id="rId5"/>
            </p:custDataLst>
          </p:nvPr>
        </p:nvSpPr>
        <p:spPr/>
        <p:txBody>
          <a:bodyPr/>
          <a:lstStyle/>
          <a:p>
            <a:r>
              <a:rPr lang="en-US"/>
              <a:t>- Firebase email/password authentication
- Secure registration with role assignment
- Additional fields: name, job role, department, phone
- Profile pictures
- Persistent login sessions
- Splash screen with auto-login</a:t>
            </a:r>
          </a:p>
        </p:txBody>
      </p:sp>
    </p:spTree>
    <p:extLst>
      <p:ext uri="{BB962C8B-B14F-4D97-AF65-F5344CB8AC3E}">
        <p14:creationId xmlns:p14="http://schemas.microsoft.com/office/powerpoint/2010/main" val="895988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340991-3AE5-EC3E-6F80-56E801987720}"/>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249AB25F-0528-542B-FD56-01F3862FB073}"/>
              </a:ext>
            </a:extLst>
          </p:cNvPr>
          <p:cNvSpPr>
            <a:spLocks noGrp="1"/>
          </p:cNvSpPr>
          <p:nvPr>
            <p:ph type="body" idx="26"/>
            <p:custDataLst>
              <p:tags r:id="rId2"/>
            </p:custDataLst>
          </p:nvPr>
        </p:nvSpPr>
        <p:spPr/>
        <p:txBody>
          <a:bodyPr/>
          <a:lstStyle/>
          <a:p>
            <a:r>
              <a:rPr lang="en-US"/>
              <a:t>Personas and Features</a:t>
            </a:r>
          </a:p>
        </p:txBody>
      </p:sp>
      <p:sp>
        <p:nvSpPr>
          <p:cNvPr id="4" name="Title 3">
            <a:extLst>
              <a:ext uri="{FF2B5EF4-FFF2-40B4-BE49-F238E27FC236}">
                <a16:creationId xmlns:a16="http://schemas.microsoft.com/office/drawing/2014/main" id="{8D6DDF8A-6D4D-4190-E18A-C913BAA042AB}"/>
              </a:ext>
            </a:extLst>
          </p:cNvPr>
          <p:cNvSpPr>
            <a:spLocks noGrp="1"/>
          </p:cNvSpPr>
          <p:nvPr>
            <p:ph type="title"/>
            <p:custDataLst>
              <p:tags r:id="rId3"/>
            </p:custDataLst>
          </p:nvPr>
        </p:nvSpPr>
        <p:spPr/>
        <p:txBody>
          <a:bodyPr/>
          <a:lstStyle/>
          <a:p>
            <a:r>
              <a:rPr lang="en-US"/>
              <a:t>Visual Suggestion</a:t>
            </a:r>
          </a:p>
        </p:txBody>
      </p:sp>
      <p:pic>
        <p:nvPicPr>
          <p:cNvPr id="8" name="Picture Placeholder 7">
            <a:extLst>
              <a:ext uri="{FF2B5EF4-FFF2-40B4-BE49-F238E27FC236}">
                <a16:creationId xmlns:a16="http://schemas.microsoft.com/office/drawing/2014/main" id="{095124D0-FED3-F441-758A-0D448002DFB3}"/>
              </a:ext>
            </a:extLst>
          </p:cNvPr>
          <p:cNvPicPr>
            <a:picLocks noGrp="1" noChangeAspect="1"/>
          </p:cNvPicPr>
          <p:nvPr>
            <p:ph type="pic" sz="quarter" idx="27"/>
            <p:custDataLst>
              <p:tags r:id="rId4"/>
            </p:custDataLst>
          </p:nvPr>
        </p:nvPicPr>
        <p:blipFill>
          <a:blip r:embed="rId7"/>
          <a:srcRect l="16094" r="16094"/>
          <a:stretch>
            <a:fillRect/>
          </a:stretch>
        </p:blipFill>
        <p:spPr/>
      </p:pic>
      <p:sp>
        <p:nvSpPr>
          <p:cNvPr id="6" name="Text Placeholder 5">
            <a:extLst>
              <a:ext uri="{FF2B5EF4-FFF2-40B4-BE49-F238E27FC236}">
                <a16:creationId xmlns:a16="http://schemas.microsoft.com/office/drawing/2014/main" id="{BCD744B5-1A81-77EB-080E-C613FD4A9712}"/>
              </a:ext>
            </a:extLst>
          </p:cNvPr>
          <p:cNvSpPr>
            <a:spLocks noGrp="1"/>
          </p:cNvSpPr>
          <p:nvPr>
            <p:ph type="body" idx="25"/>
            <p:custDataLst>
              <p:tags r:id="rId5"/>
            </p:custDataLst>
          </p:nvPr>
        </p:nvSpPr>
        <p:spPr/>
        <p:txBody>
          <a:bodyPr/>
          <a:lstStyle/>
          <a:p>
            <a:r>
              <a:rPr lang="en-US"/>
              <a:t>Two personas with role icons and feature lists</a:t>
            </a:r>
          </a:p>
        </p:txBody>
      </p:sp>
    </p:spTree>
    <p:extLst>
      <p:ext uri="{BB962C8B-B14F-4D97-AF65-F5344CB8AC3E}">
        <p14:creationId xmlns:p14="http://schemas.microsoft.com/office/powerpoint/2010/main" val="374424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F61161-A831-165B-7B32-6D091F16176F}"/>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03044BD4-A650-1EC8-7D32-53BBD54C53F3}"/>
              </a:ext>
            </a:extLst>
          </p:cNvPr>
          <p:cNvSpPr>
            <a:spLocks noGrp="1"/>
          </p:cNvSpPr>
          <p:nvPr>
            <p:ph type="title"/>
            <p:custDataLst>
              <p:tags r:id="rId2"/>
            </p:custDataLst>
          </p:nvPr>
        </p:nvSpPr>
        <p:spPr/>
        <p:txBody>
          <a:bodyPr/>
          <a:lstStyle/>
          <a:p>
            <a:r>
              <a:rPr lang="en-US"/>
              <a:t>Confirmation &amp; Timing</a:t>
            </a:r>
          </a:p>
        </p:txBody>
      </p:sp>
      <p:sp>
        <p:nvSpPr>
          <p:cNvPr id="4" name="Text Placeholder 3">
            <a:extLst>
              <a:ext uri="{FF2B5EF4-FFF2-40B4-BE49-F238E27FC236}">
                <a16:creationId xmlns:a16="http://schemas.microsoft.com/office/drawing/2014/main" id="{55C74E2C-A007-D238-2F97-094D33CE0CC7}"/>
              </a:ext>
            </a:extLst>
          </p:cNvPr>
          <p:cNvSpPr>
            <a:spLocks noGrp="1"/>
          </p:cNvSpPr>
          <p:nvPr>
            <p:ph type="body" idx="25"/>
            <p:custDataLst>
              <p:tags r:id="rId3"/>
            </p:custDataLst>
          </p:nvPr>
        </p:nvSpPr>
        <p:spPr/>
        <p:txBody>
          <a:bodyPr/>
          <a:lstStyle/>
          <a:p>
            <a:r>
              <a:rPr lang="en-US"/>
              <a:t>Phase 4: Confirmation &amp; Entry (Gatekeeper)
16. System updates visitor status in real-time
17. Gatekeeper receives notification of decision
18. Gatekeeper checks dashboard for updated status
19. If approved: Allows visitor entry
20. If rejected: Informs visitor politely
21. All actions logged with timestamps</a:t>
            </a:r>
          </a:p>
        </p:txBody>
      </p:sp>
      <p:sp>
        <p:nvSpPr>
          <p:cNvPr id="5" name="Text Placeholder 4">
            <a:extLst>
              <a:ext uri="{FF2B5EF4-FFF2-40B4-BE49-F238E27FC236}">
                <a16:creationId xmlns:a16="http://schemas.microsoft.com/office/drawing/2014/main" id="{799173D0-EA13-D296-74C5-601E8801CA31}"/>
              </a:ext>
            </a:extLst>
          </p:cNvPr>
          <p:cNvSpPr>
            <a:spLocks noGrp="1"/>
          </p:cNvSpPr>
          <p:nvPr>
            <p:ph type="body" idx="29"/>
            <p:custDataLst>
              <p:tags r:id="rId4"/>
            </p:custDataLst>
          </p:nvPr>
        </p:nvSpPr>
        <p:spPr/>
        <p:txBody>
          <a:bodyPr/>
          <a:lstStyle/>
          <a:p>
            <a:r>
              <a:rPr lang="en-US"/>
              <a:t>Real-Time Workflow in Action
T+0 seconds: Registration Begins
- Gatekeeper starts visitor registration
- Phone number entered triggers auto-search
- Average time: 30 seconds with auto-fill
T+30 seconds: Photo Capture
- Visitor photo captured or selected
- Uploaded to Firebase Storage
- Average time: 10 seconds
T+40 seconds: Form Completion
-</a:t>
            </a:r>
          </a:p>
        </p:txBody>
      </p:sp>
      <p:sp>
        <p:nvSpPr>
          <p:cNvPr id="6" name="Text Placeholder 5">
            <a:extLst>
              <a:ext uri="{FF2B5EF4-FFF2-40B4-BE49-F238E27FC236}">
                <a16:creationId xmlns:a16="http://schemas.microsoft.com/office/drawing/2014/main" id="{1FFF12B3-5A82-7967-19CB-2DE45DB148AE}"/>
              </a:ext>
            </a:extLst>
          </p:cNvPr>
          <p:cNvSpPr>
            <a:spLocks noGrp="1"/>
          </p:cNvSpPr>
          <p:nvPr>
            <p:ph type="body" idx="31"/>
            <p:custDataLst>
              <p:tags r:id="rId5"/>
            </p:custDataLst>
          </p:nvPr>
        </p:nvSpPr>
        <p:spPr/>
        <p:txBody>
          <a:bodyPr/>
          <a:lstStyle/>
          <a:p>
            <a:r>
              <a:rPr lang="en-US"/>
              <a:t>Confirmation Process</a:t>
            </a:r>
          </a:p>
        </p:txBody>
      </p:sp>
      <p:sp>
        <p:nvSpPr>
          <p:cNvPr id="7" name="Text Placeholder 6">
            <a:extLst>
              <a:ext uri="{FF2B5EF4-FFF2-40B4-BE49-F238E27FC236}">
                <a16:creationId xmlns:a16="http://schemas.microsoft.com/office/drawing/2014/main" id="{D57B79B7-86E7-CE74-87FC-2305C046B803}"/>
              </a:ext>
            </a:extLst>
          </p:cNvPr>
          <p:cNvSpPr>
            <a:spLocks noGrp="1"/>
          </p:cNvSpPr>
          <p:nvPr>
            <p:ph type="body" idx="32"/>
            <p:custDataLst>
              <p:tags r:id="rId6"/>
            </p:custDataLst>
          </p:nvPr>
        </p:nvSpPr>
        <p:spPr/>
        <p:txBody>
          <a:bodyPr/>
          <a:lstStyle/>
          <a:p>
            <a:r>
              <a:rPr lang="en-US"/>
              <a:t>Real-Time Workflow</a:t>
            </a:r>
          </a:p>
        </p:txBody>
      </p:sp>
      <p:pic>
        <p:nvPicPr>
          <p:cNvPr id="10" name="Picture Placeholder 9">
            <a:extLst>
              <a:ext uri="{FF2B5EF4-FFF2-40B4-BE49-F238E27FC236}">
                <a16:creationId xmlns:a16="http://schemas.microsoft.com/office/drawing/2014/main" id="{0F638A1A-57E4-A2E6-BBAA-336BF5CEF07F}"/>
              </a:ext>
            </a:extLst>
          </p:cNvPr>
          <p:cNvPicPr>
            <a:picLocks noGrp="1" noChangeAspect="1"/>
          </p:cNvPicPr>
          <p:nvPr>
            <p:ph type="pic" sz="quarter" idx="27"/>
            <p:custDataLst>
              <p:tags r:id="rId7"/>
            </p:custDataLst>
          </p:nvPr>
        </p:nvPicPr>
        <p:blipFill>
          <a:blip r:embed="rId9"/>
          <a:srcRect l="8511" r="8511"/>
          <a:stretch>
            <a:fillRect/>
          </a:stretch>
        </p:blipFill>
        <p:spPr/>
      </p:pic>
    </p:spTree>
    <p:extLst>
      <p:ext uri="{BB962C8B-B14F-4D97-AF65-F5344CB8AC3E}">
        <p14:creationId xmlns:p14="http://schemas.microsoft.com/office/powerpoint/2010/main" val="169992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2B9A2-B6F8-9499-4C1D-E7B384C81BC4}"/>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EAE85B27-D3AD-C8DB-441A-83D2FA48FC19}"/>
              </a:ext>
            </a:extLst>
          </p:cNvPr>
          <p:cNvSpPr>
            <a:spLocks noGrp="1"/>
          </p:cNvSpPr>
          <p:nvPr>
            <p:ph type="body" idx="26"/>
            <p:custDataLst>
              <p:tags r:id="rId2"/>
            </p:custDataLst>
          </p:nvPr>
        </p:nvSpPr>
        <p:spPr/>
        <p:txBody>
          <a:bodyPr/>
          <a:lstStyle/>
          <a:p>
            <a:r>
              <a:rPr lang="en-US"/>
              <a:t>Key Real-Time Features</a:t>
            </a:r>
          </a:p>
        </p:txBody>
      </p:sp>
      <p:sp>
        <p:nvSpPr>
          <p:cNvPr id="4" name="Title 3">
            <a:extLst>
              <a:ext uri="{FF2B5EF4-FFF2-40B4-BE49-F238E27FC236}">
                <a16:creationId xmlns:a16="http://schemas.microsoft.com/office/drawing/2014/main" id="{88FDF759-99E8-293F-8476-7D4766625130}"/>
              </a:ext>
            </a:extLst>
          </p:cNvPr>
          <p:cNvSpPr>
            <a:spLocks noGrp="1"/>
          </p:cNvSpPr>
          <p:nvPr>
            <p:ph type="title"/>
            <p:custDataLst>
              <p:tags r:id="rId3"/>
            </p:custDataLst>
          </p:nvPr>
        </p:nvSpPr>
        <p:spPr/>
        <p:txBody>
          <a:bodyPr/>
          <a:lstStyle/>
          <a:p>
            <a:r>
              <a:rPr lang="en-US"/>
              <a:t>Real-Time Features</a:t>
            </a:r>
          </a:p>
        </p:txBody>
      </p:sp>
      <p:pic>
        <p:nvPicPr>
          <p:cNvPr id="8" name="Picture Placeholder 7">
            <a:extLst>
              <a:ext uri="{FF2B5EF4-FFF2-40B4-BE49-F238E27FC236}">
                <a16:creationId xmlns:a16="http://schemas.microsoft.com/office/drawing/2014/main" id="{462FE8AA-A175-6FF0-EC2C-15D40354B81B}"/>
              </a:ext>
            </a:extLst>
          </p:cNvPr>
          <p:cNvPicPr>
            <a:picLocks noGrp="1" noChangeAspect="1"/>
          </p:cNvPicPr>
          <p:nvPr>
            <p:ph type="pic" sz="quarter" idx="27"/>
            <p:custDataLst>
              <p:tags r:id="rId4"/>
            </p:custDataLst>
          </p:nvPr>
        </p:nvPicPr>
        <p:blipFill>
          <a:blip r:embed="rId7"/>
          <a:srcRect l="29337" r="29337"/>
          <a:stretch>
            <a:fillRect/>
          </a:stretch>
        </p:blipFill>
        <p:spPr/>
      </p:pic>
      <p:sp>
        <p:nvSpPr>
          <p:cNvPr id="6" name="Text Placeholder 5">
            <a:extLst>
              <a:ext uri="{FF2B5EF4-FFF2-40B4-BE49-F238E27FC236}">
                <a16:creationId xmlns:a16="http://schemas.microsoft.com/office/drawing/2014/main" id="{48A8D8EE-A973-AFCC-35B1-E92D1346D4A9}"/>
              </a:ext>
            </a:extLst>
          </p:cNvPr>
          <p:cNvSpPr>
            <a:spLocks noGrp="1"/>
          </p:cNvSpPr>
          <p:nvPr>
            <p:ph type="body" idx="25"/>
            <p:custDataLst>
              <p:tags r:id="rId5"/>
            </p:custDataLst>
          </p:nvPr>
        </p:nvSpPr>
        <p:spPr/>
        <p:txBody>
          <a:bodyPr/>
          <a:lstStyle/>
          <a:p>
            <a:r>
              <a:rPr lang="en-US"/>
              <a:t>Key Real-Time Features:
Instant push notifications (&lt; 2 seconds)
Live dashboard updates via Firestore streams
No manual refresh required
Background notification delivery
Offline-capable with sync when online</a:t>
            </a:r>
          </a:p>
        </p:txBody>
      </p:sp>
    </p:spTree>
    <p:extLst>
      <p:ext uri="{BB962C8B-B14F-4D97-AF65-F5344CB8AC3E}">
        <p14:creationId xmlns:p14="http://schemas.microsoft.com/office/powerpoint/2010/main" val="1825593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A6347D-92A0-6A54-9F0D-885CD0BEFD62}"/>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8012A638-4E03-98CF-E5E3-F2A57D5CCE26}"/>
              </a:ext>
            </a:extLst>
          </p:cNvPr>
          <p:cNvSpPr>
            <a:spLocks noGrp="1"/>
          </p:cNvSpPr>
          <p:nvPr>
            <p:ph type="body" idx="26"/>
            <p:custDataLst>
              <p:tags r:id="rId2"/>
            </p:custDataLst>
          </p:nvPr>
        </p:nvSpPr>
        <p:spPr/>
        <p:txBody>
          <a:bodyPr/>
          <a:lstStyle/>
          <a:p>
            <a:r>
              <a:rPr lang="en-US"/>
              <a:t>Visitor Registration Process</a:t>
            </a:r>
          </a:p>
        </p:txBody>
      </p:sp>
      <p:sp>
        <p:nvSpPr>
          <p:cNvPr id="4" name="Title 3">
            <a:extLst>
              <a:ext uri="{FF2B5EF4-FFF2-40B4-BE49-F238E27FC236}">
                <a16:creationId xmlns:a16="http://schemas.microsoft.com/office/drawing/2014/main" id="{2658907E-828D-0697-867A-BED883BF2999}"/>
              </a:ext>
            </a:extLst>
          </p:cNvPr>
          <p:cNvSpPr>
            <a:spLocks noGrp="1"/>
          </p:cNvSpPr>
          <p:nvPr>
            <p:ph type="title"/>
            <p:custDataLst>
              <p:tags r:id="rId3"/>
            </p:custDataLst>
          </p:nvPr>
        </p:nvSpPr>
        <p:spPr/>
        <p:txBody>
          <a:bodyPr/>
          <a:lstStyle/>
          <a:p>
            <a:r>
              <a:rPr lang="en-US"/>
              <a:t>Returning Visitor</a:t>
            </a:r>
          </a:p>
        </p:txBody>
      </p:sp>
      <p:pic>
        <p:nvPicPr>
          <p:cNvPr id="8" name="Picture Placeholder 7">
            <a:extLst>
              <a:ext uri="{FF2B5EF4-FFF2-40B4-BE49-F238E27FC236}">
                <a16:creationId xmlns:a16="http://schemas.microsoft.com/office/drawing/2014/main" id="{796D374F-2067-2FBC-DFFC-E2847232BB8D}"/>
              </a:ext>
            </a:extLst>
          </p:cNvPr>
          <p:cNvPicPr>
            <a:picLocks noGrp="1" noChangeAspect="1"/>
          </p:cNvPicPr>
          <p:nvPr>
            <p:ph type="pic" sz="quarter" idx="27"/>
            <p:custDataLst>
              <p:tags r:id="rId4"/>
            </p:custDataLst>
          </p:nvPr>
        </p:nvPicPr>
        <p:blipFill>
          <a:blip r:embed="rId7"/>
          <a:srcRect l="13770" r="13770"/>
          <a:stretch>
            <a:fillRect/>
          </a:stretch>
        </p:blipFill>
        <p:spPr/>
      </p:pic>
      <p:sp>
        <p:nvSpPr>
          <p:cNvPr id="6" name="Text Placeholder 5">
            <a:extLst>
              <a:ext uri="{FF2B5EF4-FFF2-40B4-BE49-F238E27FC236}">
                <a16:creationId xmlns:a16="http://schemas.microsoft.com/office/drawing/2014/main" id="{1A702A94-CAD7-FC86-EEF7-E4700FD30E11}"/>
              </a:ext>
            </a:extLst>
          </p:cNvPr>
          <p:cNvSpPr>
            <a:spLocks noGrp="1"/>
          </p:cNvSpPr>
          <p:nvPr>
            <p:ph type="body" idx="25"/>
            <p:custDataLst>
              <p:tags r:id="rId5"/>
            </p:custDataLst>
          </p:nvPr>
        </p:nvSpPr>
        <p:spPr/>
        <p:txBody>
          <a:bodyPr/>
          <a:lstStyle/>
          <a:p>
            <a:r>
              <a:rPr lang="en-US"/>
              <a:t>Scenario 1: Returning Visitor (Common Case)
1. Gatekeeper enters phone number
2. System finds existing visitor profile
3. Form auto-fills with: name, email, company, latest photo
4. Gatekeeper only updates: employee to meet, purpose, duration
5. New visit added to visitor's history
6. **Time Saved:** 60% faster than first-time registration</a:t>
            </a:r>
          </a:p>
        </p:txBody>
      </p:sp>
    </p:spTree>
    <p:extLst>
      <p:ext uri="{BB962C8B-B14F-4D97-AF65-F5344CB8AC3E}">
        <p14:creationId xmlns:p14="http://schemas.microsoft.com/office/powerpoint/2010/main" val="485498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1FEFA-1B31-80C2-9D07-99285043E789}"/>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74B206FC-6693-A655-94B9-BD166A40B6F3}"/>
              </a:ext>
            </a:extLst>
          </p:cNvPr>
          <p:cNvSpPr>
            <a:spLocks noGrp="1"/>
          </p:cNvSpPr>
          <p:nvPr>
            <p:ph type="body" idx="26"/>
            <p:custDataLst>
              <p:tags r:id="rId2"/>
            </p:custDataLst>
          </p:nvPr>
        </p:nvSpPr>
        <p:spPr/>
        <p:txBody>
          <a:bodyPr/>
          <a:lstStyle/>
          <a:p>
            <a:r>
              <a:rPr lang="en-US"/>
              <a:t>Visitor Process</a:t>
            </a:r>
          </a:p>
        </p:txBody>
      </p:sp>
      <p:sp>
        <p:nvSpPr>
          <p:cNvPr id="4" name="Title 3">
            <a:extLst>
              <a:ext uri="{FF2B5EF4-FFF2-40B4-BE49-F238E27FC236}">
                <a16:creationId xmlns:a16="http://schemas.microsoft.com/office/drawing/2014/main" id="{F7EC193A-BAA4-720E-C5EB-B4EDD89DDC00}"/>
              </a:ext>
            </a:extLst>
          </p:cNvPr>
          <p:cNvSpPr>
            <a:spLocks noGrp="1"/>
          </p:cNvSpPr>
          <p:nvPr>
            <p:ph type="title"/>
            <p:custDataLst>
              <p:tags r:id="rId3"/>
            </p:custDataLst>
          </p:nvPr>
        </p:nvSpPr>
        <p:spPr/>
        <p:txBody>
          <a:bodyPr/>
          <a:lstStyle/>
          <a:p>
            <a:r>
              <a:rPr lang="en-US"/>
              <a:t>First-Time Visitor</a:t>
            </a:r>
          </a:p>
        </p:txBody>
      </p:sp>
      <p:pic>
        <p:nvPicPr>
          <p:cNvPr id="8" name="Picture Placeholder 7">
            <a:extLst>
              <a:ext uri="{FF2B5EF4-FFF2-40B4-BE49-F238E27FC236}">
                <a16:creationId xmlns:a16="http://schemas.microsoft.com/office/drawing/2014/main" id="{08E92876-FD97-4970-2045-2B91E610AD71}"/>
              </a:ext>
            </a:extLst>
          </p:cNvPr>
          <p:cNvPicPr>
            <a:picLocks noGrp="1" noChangeAspect="1"/>
          </p:cNvPicPr>
          <p:nvPr>
            <p:ph type="pic" sz="quarter" idx="27"/>
            <p:custDataLst>
              <p:tags r:id="rId4"/>
            </p:custDataLst>
          </p:nvPr>
        </p:nvPicPr>
        <p:blipFill>
          <a:blip r:embed="rId7"/>
          <a:srcRect l="13834" r="13834"/>
          <a:stretch>
            <a:fillRect/>
          </a:stretch>
        </p:blipFill>
        <p:spPr/>
      </p:pic>
      <p:sp>
        <p:nvSpPr>
          <p:cNvPr id="6" name="Text Placeholder 5">
            <a:extLst>
              <a:ext uri="{FF2B5EF4-FFF2-40B4-BE49-F238E27FC236}">
                <a16:creationId xmlns:a16="http://schemas.microsoft.com/office/drawing/2014/main" id="{FA3CD57C-EB71-A60C-6CA9-6A52DAC9F1E0}"/>
              </a:ext>
            </a:extLst>
          </p:cNvPr>
          <p:cNvSpPr>
            <a:spLocks noGrp="1"/>
          </p:cNvSpPr>
          <p:nvPr>
            <p:ph type="body" idx="25"/>
            <p:custDataLst>
              <p:tags r:id="rId5"/>
            </p:custDataLst>
          </p:nvPr>
        </p:nvSpPr>
        <p:spPr/>
        <p:txBody>
          <a:bodyPr/>
          <a:lstStyle/>
          <a:p>
            <a:r>
              <a:rPr lang="en-US"/>
              <a:t>Scenario 2: First-Time Visitor
1. Gatekeeper enters phone number
2. System confirms "New visitor"
3. Gatekeeper fills all fields manually
4. Photo captured
5. New visitor profile created
6. First visit recorded in history</a:t>
            </a:r>
          </a:p>
        </p:txBody>
      </p:sp>
    </p:spTree>
    <p:extLst>
      <p:ext uri="{BB962C8B-B14F-4D97-AF65-F5344CB8AC3E}">
        <p14:creationId xmlns:p14="http://schemas.microsoft.com/office/powerpoint/2010/main" val="3536237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1E9FA1-4118-E9F2-124C-865DB356A215}"/>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134FA120-868A-703D-0684-99567F3BCA4C}"/>
              </a:ext>
            </a:extLst>
          </p:cNvPr>
          <p:cNvSpPr>
            <a:spLocks noGrp="1"/>
          </p:cNvSpPr>
          <p:nvPr>
            <p:ph type="title"/>
            <p:custDataLst>
              <p:tags r:id="rId2"/>
            </p:custDataLst>
          </p:nvPr>
        </p:nvSpPr>
        <p:spPr/>
        <p:txBody>
          <a:bodyPr/>
          <a:lstStyle/>
          <a:p>
            <a:r>
              <a:rPr lang="en-US"/>
              <a:t>Concurrency &amp; Exceptions</a:t>
            </a:r>
          </a:p>
        </p:txBody>
      </p:sp>
      <p:sp>
        <p:nvSpPr>
          <p:cNvPr id="4" name="Text Placeholder 3">
            <a:extLst>
              <a:ext uri="{FF2B5EF4-FFF2-40B4-BE49-F238E27FC236}">
                <a16:creationId xmlns:a16="http://schemas.microsoft.com/office/drawing/2014/main" id="{151DB5FE-F26A-FD02-CEC1-E79CA7F11C09}"/>
              </a:ext>
            </a:extLst>
          </p:cNvPr>
          <p:cNvSpPr>
            <a:spLocks noGrp="1"/>
          </p:cNvSpPr>
          <p:nvPr>
            <p:ph type="body" idx="25"/>
            <p:custDataLst>
              <p:tags r:id="rId3"/>
            </p:custDataLst>
          </p:nvPr>
        </p:nvSpPr>
        <p:spPr/>
        <p:txBody>
          <a:bodyPr/>
          <a:lstStyle/>
          <a:p>
            <a:r>
              <a:rPr lang="en-US"/>
              <a:t>1. Multiple gatekeepers can register visitors simultaneously. 2. Each visitor gets unique ID and timestamp. 3. Multiple employees receive their respective notifications. 4. No conflicts or data loss. 5. Real-time sync ensures all data is accurate.</a:t>
            </a:r>
          </a:p>
        </p:txBody>
      </p:sp>
      <p:sp>
        <p:nvSpPr>
          <p:cNvPr id="5" name="Text Placeholder 4">
            <a:extLst>
              <a:ext uri="{FF2B5EF4-FFF2-40B4-BE49-F238E27FC236}">
                <a16:creationId xmlns:a16="http://schemas.microsoft.com/office/drawing/2014/main" id="{A87E5485-4B56-3CBD-5275-E36A28D86AAE}"/>
              </a:ext>
            </a:extLst>
          </p:cNvPr>
          <p:cNvSpPr>
            <a:spLocks noGrp="1"/>
          </p:cNvSpPr>
          <p:nvPr>
            <p:ph type="body" idx="29"/>
            <p:custDataLst>
              <p:tags r:id="rId4"/>
            </p:custDataLst>
          </p:nvPr>
        </p:nvSpPr>
        <p:spPr/>
        <p:txBody>
          <a:bodyPr/>
          <a:lstStyle/>
          <a:p>
            <a:r>
              <a:rPr lang="en-US"/>
              <a:t>1. Visitor registered (status: pending). 2. Notification sent to employee. 3. If employee doesn't respond immediately: - Request remains in pending list - Visible in employee's dashboard whenever they check - Gatekeeper can see pending status - Can be approved later (no timeout).</a:t>
            </a:r>
          </a:p>
        </p:txBody>
      </p:sp>
      <p:sp>
        <p:nvSpPr>
          <p:cNvPr id="6" name="Text Placeholder 5">
            <a:extLst>
              <a:ext uri="{FF2B5EF4-FFF2-40B4-BE49-F238E27FC236}">
                <a16:creationId xmlns:a16="http://schemas.microsoft.com/office/drawing/2014/main" id="{CA8919BD-A6F5-E633-3C1D-FB789AB0829E}"/>
              </a:ext>
            </a:extLst>
          </p:cNvPr>
          <p:cNvSpPr>
            <a:spLocks noGrp="1"/>
          </p:cNvSpPr>
          <p:nvPr>
            <p:ph type="body" idx="31"/>
            <p:custDataLst>
              <p:tags r:id="rId5"/>
            </p:custDataLst>
          </p:nvPr>
        </p:nvSpPr>
        <p:spPr/>
        <p:txBody>
          <a:bodyPr/>
          <a:lstStyle/>
          <a:p>
            <a:r>
              <a:rPr lang="en-US"/>
              <a:t>Scenario 3: Multiple Simultaneous</a:t>
            </a:r>
          </a:p>
        </p:txBody>
      </p:sp>
      <p:sp>
        <p:nvSpPr>
          <p:cNvPr id="7" name="Text Placeholder 6">
            <a:extLst>
              <a:ext uri="{FF2B5EF4-FFF2-40B4-BE49-F238E27FC236}">
                <a16:creationId xmlns:a16="http://schemas.microsoft.com/office/drawing/2014/main" id="{924EFC65-C000-A801-AA5A-A94FFB14224C}"/>
              </a:ext>
            </a:extLst>
          </p:cNvPr>
          <p:cNvSpPr>
            <a:spLocks noGrp="1"/>
          </p:cNvSpPr>
          <p:nvPr>
            <p:ph type="body" idx="32"/>
            <p:custDataLst>
              <p:tags r:id="rId6"/>
            </p:custDataLst>
          </p:nvPr>
        </p:nvSpPr>
        <p:spPr/>
        <p:txBody>
          <a:bodyPr/>
          <a:lstStyle/>
          <a:p>
            <a:r>
              <a:rPr lang="en-US"/>
              <a:t>Scenario 4: Employee</a:t>
            </a:r>
          </a:p>
        </p:txBody>
      </p:sp>
    </p:spTree>
    <p:extLst>
      <p:ext uri="{BB962C8B-B14F-4D97-AF65-F5344CB8AC3E}">
        <p14:creationId xmlns:p14="http://schemas.microsoft.com/office/powerpoint/2010/main" val="2622684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FD0973-2AAE-74DD-C578-3757EA7C877B}"/>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C7CD7DB7-3318-8505-9608-AB4BCE033C88}"/>
              </a:ext>
            </a:extLst>
          </p:cNvPr>
          <p:cNvSpPr>
            <a:spLocks noGrp="1"/>
          </p:cNvSpPr>
          <p:nvPr>
            <p:ph type="title"/>
            <p:custDataLst>
              <p:tags r:id="rId2"/>
            </p:custDataLst>
          </p:nvPr>
        </p:nvSpPr>
        <p:spPr/>
        <p:txBody>
          <a:bodyPr/>
          <a:lstStyle/>
          <a:p>
            <a:r>
              <a:rPr lang="en-US"/>
              <a:t>Rejections &amp; VIPs</a:t>
            </a:r>
          </a:p>
        </p:txBody>
      </p:sp>
      <p:sp>
        <p:nvSpPr>
          <p:cNvPr id="4" name="Text Placeholder 3">
            <a:extLst>
              <a:ext uri="{FF2B5EF4-FFF2-40B4-BE49-F238E27FC236}">
                <a16:creationId xmlns:a16="http://schemas.microsoft.com/office/drawing/2014/main" id="{8CBB843C-EF8F-EBFE-1351-17BAF9546EC5}"/>
              </a:ext>
            </a:extLst>
          </p:cNvPr>
          <p:cNvSpPr>
            <a:spLocks noGrp="1"/>
          </p:cNvSpPr>
          <p:nvPr>
            <p:ph type="body" idx="25"/>
            <p:custDataLst>
              <p:tags r:id="rId3"/>
            </p:custDataLst>
          </p:nvPr>
        </p:nvSpPr>
        <p:spPr/>
        <p:txBody>
          <a:bodyPr/>
          <a:lstStyle/>
          <a:p>
            <a:r>
              <a:rPr lang="en-US"/>
              <a:t>Scenario 5: Visitor Rejection
1. Employee rejects visitor request
2. Gatekeeper notified immediately
3. Gatekeeper informs visitor professionally
4. Visit recorded in history (status: rejected)
5. Useful for future reference and analytics</a:t>
            </a:r>
          </a:p>
        </p:txBody>
      </p:sp>
      <p:sp>
        <p:nvSpPr>
          <p:cNvPr id="5" name="Text Placeholder 4">
            <a:extLst>
              <a:ext uri="{FF2B5EF4-FFF2-40B4-BE49-F238E27FC236}">
                <a16:creationId xmlns:a16="http://schemas.microsoft.com/office/drawing/2014/main" id="{65D10EB5-82A4-5111-E118-20A6E37C378F}"/>
              </a:ext>
            </a:extLst>
          </p:cNvPr>
          <p:cNvSpPr>
            <a:spLocks noGrp="1"/>
          </p:cNvSpPr>
          <p:nvPr>
            <p:ph type="body" idx="29"/>
            <p:custDataLst>
              <p:tags r:id="rId4"/>
            </p:custDataLst>
          </p:nvPr>
        </p:nvSpPr>
        <p:spPr/>
        <p:txBody>
          <a:bodyPr/>
          <a:lstStyle/>
          <a:p>
            <a:r>
              <a:rPr lang="en-US"/>
              <a:t>Scenario 6: Emergency/VIP Visitor
1. Gatekeeper can add priority notes
2. Employee sees notes in visitor details
3. Can approve immediately upon notification
4. Fast-track workflow for urgent cases</a:t>
            </a:r>
          </a:p>
        </p:txBody>
      </p:sp>
      <p:sp>
        <p:nvSpPr>
          <p:cNvPr id="6" name="Text Placeholder 5">
            <a:extLst>
              <a:ext uri="{FF2B5EF4-FFF2-40B4-BE49-F238E27FC236}">
                <a16:creationId xmlns:a16="http://schemas.microsoft.com/office/drawing/2014/main" id="{6E666DF7-5851-A6E7-E822-48E72DC35C09}"/>
              </a:ext>
            </a:extLst>
          </p:cNvPr>
          <p:cNvSpPr>
            <a:spLocks noGrp="1"/>
          </p:cNvSpPr>
          <p:nvPr>
            <p:ph type="body" idx="31"/>
            <p:custDataLst>
              <p:tags r:id="rId5"/>
            </p:custDataLst>
          </p:nvPr>
        </p:nvSpPr>
        <p:spPr/>
        <p:txBody>
          <a:bodyPr/>
          <a:lstStyle/>
          <a:p>
            <a:r>
              <a:rPr lang="en-US"/>
              <a:t>Visitor Rejection</a:t>
            </a:r>
          </a:p>
        </p:txBody>
      </p:sp>
      <p:sp>
        <p:nvSpPr>
          <p:cNvPr id="7" name="Text Placeholder 6">
            <a:extLst>
              <a:ext uri="{FF2B5EF4-FFF2-40B4-BE49-F238E27FC236}">
                <a16:creationId xmlns:a16="http://schemas.microsoft.com/office/drawing/2014/main" id="{5075BF50-93C8-1AE6-8D4D-43855006AEC8}"/>
              </a:ext>
            </a:extLst>
          </p:cNvPr>
          <p:cNvSpPr>
            <a:spLocks noGrp="1"/>
          </p:cNvSpPr>
          <p:nvPr>
            <p:ph type="body" idx="32"/>
            <p:custDataLst>
              <p:tags r:id="rId6"/>
            </p:custDataLst>
          </p:nvPr>
        </p:nvSpPr>
        <p:spPr/>
        <p:txBody>
          <a:bodyPr/>
          <a:lstStyle/>
          <a:p>
            <a:r>
              <a:rPr lang="en-US"/>
              <a:t>Emergency/VIP Visitor</a:t>
            </a:r>
          </a:p>
        </p:txBody>
      </p:sp>
    </p:spTree>
    <p:extLst>
      <p:ext uri="{BB962C8B-B14F-4D97-AF65-F5344CB8AC3E}">
        <p14:creationId xmlns:p14="http://schemas.microsoft.com/office/powerpoint/2010/main" val="282411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3FFA0F-EC9A-BCF5-4F5F-8FCB7ED7F16B}"/>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96C1778B-CE2A-8D0A-523F-1D14A057E961}"/>
              </a:ext>
            </a:extLst>
          </p:cNvPr>
          <p:cNvSpPr>
            <a:spLocks noGrp="1"/>
          </p:cNvSpPr>
          <p:nvPr>
            <p:ph type="body" idx="26"/>
            <p:custDataLst>
              <p:tags r:id="rId2"/>
            </p:custDataLst>
          </p:nvPr>
        </p:nvSpPr>
        <p:spPr/>
        <p:txBody>
          <a:bodyPr/>
          <a:lstStyle/>
          <a:p>
            <a:r>
              <a:rPr lang="en-US"/>
              <a:t>Storage Functions</a:t>
            </a:r>
          </a:p>
        </p:txBody>
      </p:sp>
      <p:sp>
        <p:nvSpPr>
          <p:cNvPr id="4" name="Title 3">
            <a:extLst>
              <a:ext uri="{FF2B5EF4-FFF2-40B4-BE49-F238E27FC236}">
                <a16:creationId xmlns:a16="http://schemas.microsoft.com/office/drawing/2014/main" id="{5CC0DCA3-73A8-03DB-7573-7305325D4EA7}"/>
              </a:ext>
            </a:extLst>
          </p:cNvPr>
          <p:cNvSpPr>
            <a:spLocks noGrp="1"/>
          </p:cNvSpPr>
          <p:nvPr>
            <p:ph type="title"/>
            <p:custDataLst>
              <p:tags r:id="rId3"/>
            </p:custDataLst>
          </p:nvPr>
        </p:nvSpPr>
        <p:spPr/>
        <p:txBody>
          <a:bodyPr/>
          <a:lstStyle/>
          <a:p>
            <a:r>
              <a:rPr lang="en-US"/>
              <a:t>Firebase Storage &amp; Role</a:t>
            </a:r>
          </a:p>
        </p:txBody>
      </p:sp>
      <p:pic>
        <p:nvPicPr>
          <p:cNvPr id="8" name="Picture Placeholder 7">
            <a:extLst>
              <a:ext uri="{FF2B5EF4-FFF2-40B4-BE49-F238E27FC236}">
                <a16:creationId xmlns:a16="http://schemas.microsoft.com/office/drawing/2014/main" id="{1091F907-36EF-D464-7036-9118A74D84A2}"/>
              </a:ext>
            </a:extLst>
          </p:cNvPr>
          <p:cNvPicPr>
            <a:picLocks noGrp="1" noChangeAspect="1"/>
          </p:cNvPicPr>
          <p:nvPr>
            <p:ph type="pic" sz="quarter" idx="27"/>
            <p:custDataLst>
              <p:tags r:id="rId4"/>
            </p:custDataLst>
          </p:nvPr>
        </p:nvPicPr>
        <p:blipFill>
          <a:blip r:embed="rId7"/>
          <a:srcRect l="3508" r="3508"/>
          <a:stretch>
            <a:fillRect/>
          </a:stretch>
        </p:blipFill>
        <p:spPr/>
      </p:pic>
      <p:sp>
        <p:nvSpPr>
          <p:cNvPr id="6" name="Text Placeholder 5">
            <a:extLst>
              <a:ext uri="{FF2B5EF4-FFF2-40B4-BE49-F238E27FC236}">
                <a16:creationId xmlns:a16="http://schemas.microsoft.com/office/drawing/2014/main" id="{CB833579-75C0-82BB-2672-E93EFEA8A9B0}"/>
              </a:ext>
            </a:extLst>
          </p:cNvPr>
          <p:cNvSpPr>
            <a:spLocks noGrp="1"/>
          </p:cNvSpPr>
          <p:nvPr>
            <p:ph type="body" idx="25"/>
            <p:custDataLst>
              <p:tags r:id="rId5"/>
            </p:custDataLst>
          </p:nvPr>
        </p:nvSpPr>
        <p:spPr/>
        <p:txBody>
          <a:bodyPr/>
          <a:lstStyle/>
          <a:p>
            <a:r>
              <a:rPr lang="en-US"/>
              <a:t>- Receives visitor photos
- Generates secure download URLs
- Stores images with visitor ID reference</a:t>
            </a:r>
          </a:p>
        </p:txBody>
      </p:sp>
    </p:spTree>
    <p:extLst>
      <p:ext uri="{BB962C8B-B14F-4D97-AF65-F5344CB8AC3E}">
        <p14:creationId xmlns:p14="http://schemas.microsoft.com/office/powerpoint/2010/main" val="3763337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8B9A6-3B5F-A153-A12A-7BC759DC68F7}"/>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2ADCF9C9-E7A0-BAC7-D005-64E2836FCE4E}"/>
              </a:ext>
            </a:extLst>
          </p:cNvPr>
          <p:cNvSpPr>
            <a:spLocks noGrp="1"/>
          </p:cNvSpPr>
          <p:nvPr>
            <p:ph type="body" idx="26"/>
            <p:custDataLst>
              <p:tags r:id="rId2"/>
            </p:custDataLst>
          </p:nvPr>
        </p:nvSpPr>
        <p:spPr/>
        <p:txBody>
          <a:bodyPr/>
          <a:lstStyle/>
          <a:p>
            <a:r>
              <a:rPr lang="en-US"/>
              <a:t>Notification Process</a:t>
            </a:r>
          </a:p>
        </p:txBody>
      </p:sp>
      <p:sp>
        <p:nvSpPr>
          <p:cNvPr id="4" name="Title 3">
            <a:extLst>
              <a:ext uri="{FF2B5EF4-FFF2-40B4-BE49-F238E27FC236}">
                <a16:creationId xmlns:a16="http://schemas.microsoft.com/office/drawing/2014/main" id="{A592AF4D-1BDB-971F-16BA-71A1A76F2057}"/>
              </a:ext>
            </a:extLst>
          </p:cNvPr>
          <p:cNvSpPr>
            <a:spLocks noGrp="1"/>
          </p:cNvSpPr>
          <p:nvPr>
            <p:ph type="title"/>
            <p:custDataLst>
              <p:tags r:id="rId3"/>
            </p:custDataLst>
          </p:nvPr>
        </p:nvSpPr>
        <p:spPr/>
        <p:txBody>
          <a:bodyPr/>
          <a:lstStyle/>
          <a:p>
            <a:r>
              <a:rPr lang="en-US"/>
              <a:t>FCM Notifications</a:t>
            </a:r>
          </a:p>
        </p:txBody>
      </p:sp>
      <p:pic>
        <p:nvPicPr>
          <p:cNvPr id="8" name="Picture Placeholder 7">
            <a:extLst>
              <a:ext uri="{FF2B5EF4-FFF2-40B4-BE49-F238E27FC236}">
                <a16:creationId xmlns:a16="http://schemas.microsoft.com/office/drawing/2014/main" id="{AEEC8DFC-A6D8-54E5-E481-3FC5B16A1660}"/>
              </a:ext>
            </a:extLst>
          </p:cNvPr>
          <p:cNvPicPr>
            <a:picLocks noGrp="1" noChangeAspect="1"/>
          </p:cNvPicPr>
          <p:nvPr>
            <p:ph type="pic" sz="quarter" idx="27"/>
            <p:custDataLst>
              <p:tags r:id="rId4"/>
            </p:custDataLst>
          </p:nvPr>
        </p:nvPicPr>
        <p:blipFill>
          <a:blip r:embed="rId7"/>
          <a:srcRect l="13834" r="13834"/>
          <a:stretch>
            <a:fillRect/>
          </a:stretch>
        </p:blipFill>
        <p:spPr/>
      </p:pic>
      <p:sp>
        <p:nvSpPr>
          <p:cNvPr id="6" name="Text Placeholder 5">
            <a:extLst>
              <a:ext uri="{FF2B5EF4-FFF2-40B4-BE49-F238E27FC236}">
                <a16:creationId xmlns:a16="http://schemas.microsoft.com/office/drawing/2014/main" id="{E8C26882-050B-96A7-2583-809C2BA5A013}"/>
              </a:ext>
            </a:extLst>
          </p:cNvPr>
          <p:cNvSpPr>
            <a:spLocks noGrp="1"/>
          </p:cNvSpPr>
          <p:nvPr>
            <p:ph type="body" idx="25"/>
            <p:custDataLst>
              <p:tags r:id="rId5"/>
            </p:custDataLst>
          </p:nvPr>
        </p:nvSpPr>
        <p:spPr/>
        <p:txBody>
          <a:bodyPr/>
          <a:lstStyle/>
          <a:p>
            <a:r>
              <a:rPr lang="en-US"/>
              <a:t>Receives notification requests. Routes to correct employee device. Delivers push notifications. Handles background delivery.</a:t>
            </a:r>
          </a:p>
        </p:txBody>
      </p:sp>
    </p:spTree>
    <p:extLst>
      <p:ext uri="{BB962C8B-B14F-4D97-AF65-F5344CB8AC3E}">
        <p14:creationId xmlns:p14="http://schemas.microsoft.com/office/powerpoint/2010/main" val="110622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CBE483-9E20-A94B-EBDA-045BC5BF0B48}"/>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12FCCE1E-AE12-FFD2-5E11-04387C4ECF29}"/>
              </a:ext>
            </a:extLst>
          </p:cNvPr>
          <p:cNvSpPr>
            <a:spLocks noGrp="1"/>
          </p:cNvSpPr>
          <p:nvPr>
            <p:ph type="body" idx="26"/>
            <p:custDataLst>
              <p:tags r:id="rId2"/>
            </p:custDataLst>
          </p:nvPr>
        </p:nvSpPr>
        <p:spPr/>
        <p:txBody>
          <a:bodyPr/>
          <a:lstStyle/>
          <a:p>
            <a:r>
              <a:rPr lang="en-US"/>
              <a:t>App Workflow</a:t>
            </a:r>
          </a:p>
        </p:txBody>
      </p:sp>
      <p:sp>
        <p:nvSpPr>
          <p:cNvPr id="4" name="Title 3">
            <a:extLst>
              <a:ext uri="{FF2B5EF4-FFF2-40B4-BE49-F238E27FC236}">
                <a16:creationId xmlns:a16="http://schemas.microsoft.com/office/drawing/2014/main" id="{AF59B37E-9AAB-BAC2-B49A-4F964128364A}"/>
              </a:ext>
            </a:extLst>
          </p:cNvPr>
          <p:cNvSpPr>
            <a:spLocks noGrp="1"/>
          </p:cNvSpPr>
          <p:nvPr>
            <p:ph type="title"/>
            <p:custDataLst>
              <p:tags r:id="rId3"/>
            </p:custDataLst>
          </p:nvPr>
        </p:nvSpPr>
        <p:spPr/>
        <p:txBody>
          <a:bodyPr/>
          <a:lstStyle/>
          <a:p>
            <a:r>
              <a:rPr lang="en-US"/>
              <a:t>Employee App Flow</a:t>
            </a:r>
          </a:p>
        </p:txBody>
      </p:sp>
      <p:pic>
        <p:nvPicPr>
          <p:cNvPr id="8" name="Picture Placeholder 7">
            <a:extLst>
              <a:ext uri="{FF2B5EF4-FFF2-40B4-BE49-F238E27FC236}">
                <a16:creationId xmlns:a16="http://schemas.microsoft.com/office/drawing/2014/main" id="{D1FC9511-136E-8549-0FB3-2990C4FA05FB}"/>
              </a:ext>
            </a:extLst>
          </p:cNvPr>
          <p:cNvPicPr>
            <a:picLocks noGrp="1" noChangeAspect="1"/>
          </p:cNvPicPr>
          <p:nvPr>
            <p:ph type="pic" sz="quarter" idx="27"/>
            <p:custDataLst>
              <p:tags r:id="rId4"/>
            </p:custDataLst>
          </p:nvPr>
        </p:nvPicPr>
        <p:blipFill>
          <a:blip r:embed="rId7"/>
          <a:srcRect l="32551" r="32551"/>
          <a:stretch>
            <a:fillRect/>
          </a:stretch>
        </p:blipFill>
        <p:spPr/>
      </p:pic>
      <p:sp>
        <p:nvSpPr>
          <p:cNvPr id="6" name="Text Placeholder 5">
            <a:extLst>
              <a:ext uri="{FF2B5EF4-FFF2-40B4-BE49-F238E27FC236}">
                <a16:creationId xmlns:a16="http://schemas.microsoft.com/office/drawing/2014/main" id="{B673767E-7906-C41D-F9F5-15A63AEDBFBB}"/>
              </a:ext>
            </a:extLst>
          </p:cNvPr>
          <p:cNvSpPr>
            <a:spLocks noGrp="1"/>
          </p:cNvSpPr>
          <p:nvPr>
            <p:ph type="body" idx="25"/>
            <p:custDataLst>
              <p:tags r:id="rId5"/>
            </p:custDataLst>
          </p:nvPr>
        </p:nvSpPr>
        <p:spPr/>
        <p:txBody>
          <a:bodyPr/>
          <a:lstStyle/>
          <a:p>
            <a:r>
              <a:rPr lang="en-US" dirty="0"/>
              <a:t>Receives push notification. Fetches visitor data from Backend. Displays visitor card with photo. Sends approval/rejection back to Backend.</a:t>
            </a:r>
          </a:p>
        </p:txBody>
      </p:sp>
    </p:spTree>
    <p:extLst>
      <p:ext uri="{BB962C8B-B14F-4D97-AF65-F5344CB8AC3E}">
        <p14:creationId xmlns:p14="http://schemas.microsoft.com/office/powerpoint/2010/main" val="1802283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760624-E276-0BA3-3C35-5E7224EA733D}"/>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7B6F35C3-4C7E-D12D-4887-0734BF7BC5A9}"/>
              </a:ext>
            </a:extLst>
          </p:cNvPr>
          <p:cNvSpPr>
            <a:spLocks noGrp="1"/>
          </p:cNvSpPr>
          <p:nvPr>
            <p:ph type="body" idx="26"/>
            <p:custDataLst>
              <p:tags r:id="rId2"/>
            </p:custDataLst>
          </p:nvPr>
        </p:nvSpPr>
        <p:spPr/>
        <p:txBody>
          <a:bodyPr/>
          <a:lstStyle/>
          <a:p>
            <a:r>
              <a:rPr lang="en-US"/>
              <a:t>Data Flow Overview</a:t>
            </a:r>
          </a:p>
        </p:txBody>
      </p:sp>
      <p:sp>
        <p:nvSpPr>
          <p:cNvPr id="4" name="Title 3">
            <a:extLst>
              <a:ext uri="{FF2B5EF4-FFF2-40B4-BE49-F238E27FC236}">
                <a16:creationId xmlns:a16="http://schemas.microsoft.com/office/drawing/2014/main" id="{14F1A8CB-219D-6E87-ABCA-0187AA3D5FAF}"/>
              </a:ext>
            </a:extLst>
          </p:cNvPr>
          <p:cNvSpPr>
            <a:spLocks noGrp="1"/>
          </p:cNvSpPr>
          <p:nvPr>
            <p:ph type="title"/>
            <p:custDataLst>
              <p:tags r:id="rId3"/>
            </p:custDataLst>
          </p:nvPr>
        </p:nvSpPr>
        <p:spPr/>
        <p:txBody>
          <a:bodyPr/>
          <a:lstStyle/>
          <a:p>
            <a:r>
              <a:rPr lang="en-US"/>
              <a:t>Real-Time Sync &amp; Data Flow</a:t>
            </a:r>
          </a:p>
        </p:txBody>
      </p:sp>
      <p:pic>
        <p:nvPicPr>
          <p:cNvPr id="8" name="Picture Placeholder 7">
            <a:extLst>
              <a:ext uri="{FF2B5EF4-FFF2-40B4-BE49-F238E27FC236}">
                <a16:creationId xmlns:a16="http://schemas.microsoft.com/office/drawing/2014/main" id="{E977E54A-9B22-0887-6A5B-A314337FF841}"/>
              </a:ext>
            </a:extLst>
          </p:cNvPr>
          <p:cNvPicPr>
            <a:picLocks noGrp="1" noChangeAspect="1"/>
          </p:cNvPicPr>
          <p:nvPr>
            <p:ph type="pic" sz="quarter" idx="27"/>
            <p:custDataLst>
              <p:tags r:id="rId4"/>
            </p:custDataLst>
          </p:nvPr>
        </p:nvPicPr>
        <p:blipFill>
          <a:blip r:embed="rId7"/>
          <a:srcRect l="13770" r="13770"/>
          <a:stretch>
            <a:fillRect/>
          </a:stretch>
        </p:blipFill>
        <p:spPr/>
      </p:pic>
      <p:sp>
        <p:nvSpPr>
          <p:cNvPr id="6" name="Text Placeholder 5">
            <a:extLst>
              <a:ext uri="{FF2B5EF4-FFF2-40B4-BE49-F238E27FC236}">
                <a16:creationId xmlns:a16="http://schemas.microsoft.com/office/drawing/2014/main" id="{7EA0D81E-3A04-DF6B-2FA0-6A921BD2C1A2}"/>
              </a:ext>
            </a:extLst>
          </p:cNvPr>
          <p:cNvSpPr>
            <a:spLocks noGrp="1"/>
          </p:cNvSpPr>
          <p:nvPr>
            <p:ph type="body" idx="25"/>
            <p:custDataLst>
              <p:tags r:id="rId5"/>
            </p:custDataLst>
          </p:nvPr>
        </p:nvSpPr>
        <p:spPr/>
        <p:txBody>
          <a:bodyPr/>
          <a:lstStyle/>
          <a:p>
            <a:r>
              <a:rPr lang="en-US"/>
              <a:t>- Firestore streams update both apps instantly. No polling required. Bi-directional data flow. Conflict resolution handled by Firebase.</a:t>
            </a:r>
          </a:p>
        </p:txBody>
      </p:sp>
    </p:spTree>
    <p:extLst>
      <p:ext uri="{BB962C8B-B14F-4D97-AF65-F5344CB8AC3E}">
        <p14:creationId xmlns:p14="http://schemas.microsoft.com/office/powerpoint/2010/main" val="2600625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9B914C-3670-0F9E-5908-4A22873DA2F1}"/>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7CE54FAA-FA13-4857-8303-18C62CEE45F6}"/>
              </a:ext>
            </a:extLst>
          </p:cNvPr>
          <p:cNvSpPr>
            <a:spLocks noGrp="1"/>
          </p:cNvSpPr>
          <p:nvPr>
            <p:ph type="body" idx="26"/>
            <p:custDataLst>
              <p:tags r:id="rId2"/>
            </p:custDataLst>
          </p:nvPr>
        </p:nvSpPr>
        <p:spPr/>
        <p:txBody>
          <a:bodyPr/>
          <a:lstStyle/>
          <a:p>
            <a:r>
              <a:rPr lang="en-US"/>
              <a:t>Dashboard Overview</a:t>
            </a:r>
          </a:p>
        </p:txBody>
      </p:sp>
      <p:sp>
        <p:nvSpPr>
          <p:cNvPr id="4" name="Title 3">
            <a:extLst>
              <a:ext uri="{FF2B5EF4-FFF2-40B4-BE49-F238E27FC236}">
                <a16:creationId xmlns:a16="http://schemas.microsoft.com/office/drawing/2014/main" id="{E58B1F0C-EE20-94EA-DB4D-DC352E99A52B}"/>
              </a:ext>
            </a:extLst>
          </p:cNvPr>
          <p:cNvSpPr>
            <a:spLocks noGrp="1"/>
          </p:cNvSpPr>
          <p:nvPr>
            <p:ph type="title"/>
            <p:custDataLst>
              <p:tags r:id="rId3"/>
            </p:custDataLst>
          </p:nvPr>
        </p:nvSpPr>
        <p:spPr/>
        <p:txBody>
          <a:bodyPr/>
          <a:lstStyle/>
          <a:p>
            <a:r>
              <a:rPr lang="en-US"/>
              <a:t>Gatekeeper Dashboard</a:t>
            </a:r>
          </a:p>
        </p:txBody>
      </p:sp>
      <p:pic>
        <p:nvPicPr>
          <p:cNvPr id="8" name="Picture Placeholder 7">
            <a:extLst>
              <a:ext uri="{FF2B5EF4-FFF2-40B4-BE49-F238E27FC236}">
                <a16:creationId xmlns:a16="http://schemas.microsoft.com/office/drawing/2014/main" id="{1FA8730E-6785-FAA6-913B-A646926D27B7}"/>
              </a:ext>
            </a:extLst>
          </p:cNvPr>
          <p:cNvPicPr>
            <a:picLocks noGrp="1" noChangeAspect="1"/>
          </p:cNvPicPr>
          <p:nvPr>
            <p:ph type="pic" sz="quarter" idx="27"/>
            <p:custDataLst>
              <p:tags r:id="rId4"/>
            </p:custDataLst>
          </p:nvPr>
        </p:nvPicPr>
        <p:blipFill>
          <a:blip r:embed="rId7"/>
          <a:srcRect l="13834" r="13834"/>
          <a:stretch>
            <a:fillRect/>
          </a:stretch>
        </p:blipFill>
        <p:spPr/>
      </p:pic>
      <p:sp>
        <p:nvSpPr>
          <p:cNvPr id="6" name="Text Placeholder 5">
            <a:extLst>
              <a:ext uri="{FF2B5EF4-FFF2-40B4-BE49-F238E27FC236}">
                <a16:creationId xmlns:a16="http://schemas.microsoft.com/office/drawing/2014/main" id="{B9CB3A86-D21D-1394-EAA3-FD1309395CF7}"/>
              </a:ext>
            </a:extLst>
          </p:cNvPr>
          <p:cNvSpPr>
            <a:spLocks noGrp="1"/>
          </p:cNvSpPr>
          <p:nvPr>
            <p:ph type="body" idx="25"/>
            <p:custDataLst>
              <p:tags r:id="rId5"/>
            </p:custDataLst>
          </p:nvPr>
        </p:nvSpPr>
        <p:spPr/>
        <p:txBody>
          <a:bodyPr/>
          <a:lstStyle/>
          <a:p>
            <a:r>
              <a:rPr lang="en-US" dirty="0"/>
              <a:t>**Title:** Gatekeeper Home Screen - Command Center
**Dashboard Components:**
**Welcome Card:**
- Personalized greeting with name and role
- Current date and time
**Real-Time Statistics:**
- Total visitors today
- Pending approvals count
- Approved visitors today
- Rejected visitors today
**Quick Action Cards:**
- Register New Visitor
- View</a:t>
            </a:r>
          </a:p>
        </p:txBody>
      </p:sp>
    </p:spTree>
    <p:extLst>
      <p:ext uri="{BB962C8B-B14F-4D97-AF65-F5344CB8AC3E}">
        <p14:creationId xmlns:p14="http://schemas.microsoft.com/office/powerpoint/2010/main" val="4169317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993766-6CD5-759E-9F2E-30075D5F83AF}"/>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3C4298B2-258E-DC97-1416-539D8CCB9584}"/>
              </a:ext>
            </a:extLst>
          </p:cNvPr>
          <p:cNvSpPr>
            <a:spLocks noGrp="1"/>
          </p:cNvSpPr>
          <p:nvPr>
            <p:ph type="body" idx="26"/>
            <p:custDataLst>
              <p:tags r:id="rId2"/>
            </p:custDataLst>
          </p:nvPr>
        </p:nvSpPr>
        <p:spPr/>
        <p:txBody>
          <a:bodyPr/>
          <a:lstStyle/>
          <a:p>
            <a:r>
              <a:rPr lang="en-US"/>
              <a:t>Registration Details</a:t>
            </a:r>
          </a:p>
        </p:txBody>
      </p:sp>
      <p:sp>
        <p:nvSpPr>
          <p:cNvPr id="4" name="Title 3">
            <a:extLst>
              <a:ext uri="{FF2B5EF4-FFF2-40B4-BE49-F238E27FC236}">
                <a16:creationId xmlns:a16="http://schemas.microsoft.com/office/drawing/2014/main" id="{91D93C5A-50C4-0A72-E8C2-7D3DCB43220D}"/>
              </a:ext>
            </a:extLst>
          </p:cNvPr>
          <p:cNvSpPr>
            <a:spLocks noGrp="1"/>
          </p:cNvSpPr>
          <p:nvPr>
            <p:ph type="title"/>
            <p:custDataLst>
              <p:tags r:id="rId3"/>
            </p:custDataLst>
          </p:nvPr>
        </p:nvSpPr>
        <p:spPr/>
        <p:txBody>
          <a:bodyPr/>
          <a:lstStyle/>
          <a:p>
            <a:r>
              <a:rPr lang="en-US"/>
              <a:t>Visitor Registration Form</a:t>
            </a:r>
          </a:p>
        </p:txBody>
      </p:sp>
      <p:pic>
        <p:nvPicPr>
          <p:cNvPr id="8" name="Picture Placeholder 7">
            <a:extLst>
              <a:ext uri="{FF2B5EF4-FFF2-40B4-BE49-F238E27FC236}">
                <a16:creationId xmlns:a16="http://schemas.microsoft.com/office/drawing/2014/main" id="{11E65A92-FB4A-FA1A-BCB2-94466C71A56D}"/>
              </a:ext>
            </a:extLst>
          </p:cNvPr>
          <p:cNvPicPr>
            <a:picLocks noGrp="1" noChangeAspect="1"/>
          </p:cNvPicPr>
          <p:nvPr>
            <p:ph type="pic" sz="quarter" idx="27"/>
            <p:custDataLst>
              <p:tags r:id="rId4"/>
            </p:custDataLst>
          </p:nvPr>
        </p:nvPicPr>
        <p:blipFill>
          <a:blip r:embed="rId7"/>
          <a:srcRect l="29337" r="29337"/>
          <a:stretch>
            <a:fillRect/>
          </a:stretch>
        </p:blipFill>
        <p:spPr/>
      </p:pic>
      <p:sp>
        <p:nvSpPr>
          <p:cNvPr id="6" name="Text Placeholder 5">
            <a:extLst>
              <a:ext uri="{FF2B5EF4-FFF2-40B4-BE49-F238E27FC236}">
                <a16:creationId xmlns:a16="http://schemas.microsoft.com/office/drawing/2014/main" id="{D6308542-6421-8CB3-F224-00548816AEE7}"/>
              </a:ext>
            </a:extLst>
          </p:cNvPr>
          <p:cNvSpPr>
            <a:spLocks noGrp="1"/>
          </p:cNvSpPr>
          <p:nvPr>
            <p:ph type="body" idx="25"/>
            <p:custDataLst>
              <p:tags r:id="rId5"/>
            </p:custDataLst>
          </p:nvPr>
        </p:nvSpPr>
        <p:spPr/>
        <p:txBody>
          <a:bodyPr/>
          <a:lstStyle/>
          <a:p>
            <a:r>
              <a:rPr lang="en-US"/>
              <a:t>Required Fields:
- Full name
- Origin/Company name
- Purpose of visit
- Phone number (with auto-search)
- Employee to meet (searchable directory)
- Visitor photo (camera or gallery)
Optional Fields:
- Email address
- Expected duration (30 min, 1 hour, 2 hours, 4 hours, Full day)
- Additional notes for the employee</a:t>
            </a:r>
          </a:p>
        </p:txBody>
      </p:sp>
    </p:spTree>
    <p:extLst>
      <p:ext uri="{BB962C8B-B14F-4D97-AF65-F5344CB8AC3E}">
        <p14:creationId xmlns:p14="http://schemas.microsoft.com/office/powerpoint/2010/main" val="3095095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076664-21EA-0746-C1B9-F6FB4D08CF02}"/>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78EFAAD5-4502-7A30-E5D0-3EC04000DE65}"/>
              </a:ext>
            </a:extLst>
          </p:cNvPr>
          <p:cNvSpPr>
            <a:spLocks noGrp="1"/>
          </p:cNvSpPr>
          <p:nvPr>
            <p:ph type="body" idx="26"/>
            <p:custDataLst>
              <p:tags r:id="rId2"/>
            </p:custDataLst>
          </p:nvPr>
        </p:nvSpPr>
        <p:spPr/>
        <p:txBody>
          <a:bodyPr/>
          <a:lstStyle/>
          <a:p>
            <a:r>
              <a:rPr lang="en-US"/>
              <a:t>Form Features</a:t>
            </a:r>
          </a:p>
        </p:txBody>
      </p:sp>
      <p:sp>
        <p:nvSpPr>
          <p:cNvPr id="4" name="Title 3">
            <a:extLst>
              <a:ext uri="{FF2B5EF4-FFF2-40B4-BE49-F238E27FC236}">
                <a16:creationId xmlns:a16="http://schemas.microsoft.com/office/drawing/2014/main" id="{BAAFAEC9-C9D8-54C4-F409-6AFF0FCFDA76}"/>
              </a:ext>
            </a:extLst>
          </p:cNvPr>
          <p:cNvSpPr>
            <a:spLocks noGrp="1"/>
          </p:cNvSpPr>
          <p:nvPr>
            <p:ph type="title"/>
            <p:custDataLst>
              <p:tags r:id="rId3"/>
            </p:custDataLst>
          </p:nvPr>
        </p:nvSpPr>
        <p:spPr/>
        <p:txBody>
          <a:bodyPr/>
          <a:lstStyle/>
          <a:p>
            <a:r>
              <a:rPr lang="en-US"/>
              <a:t>Form Capabilities</a:t>
            </a:r>
          </a:p>
        </p:txBody>
      </p:sp>
      <p:pic>
        <p:nvPicPr>
          <p:cNvPr id="8" name="Picture Placeholder 7">
            <a:extLst>
              <a:ext uri="{FF2B5EF4-FFF2-40B4-BE49-F238E27FC236}">
                <a16:creationId xmlns:a16="http://schemas.microsoft.com/office/drawing/2014/main" id="{3D1AA6BA-DB1E-CE9F-9188-FADD2F2BF1F1}"/>
              </a:ext>
            </a:extLst>
          </p:cNvPr>
          <p:cNvPicPr>
            <a:picLocks noGrp="1" noChangeAspect="1"/>
          </p:cNvPicPr>
          <p:nvPr>
            <p:ph type="pic" sz="quarter" idx="27"/>
            <p:custDataLst>
              <p:tags r:id="rId4"/>
            </p:custDataLst>
          </p:nvPr>
        </p:nvPicPr>
        <p:blipFill>
          <a:blip r:embed="rId7"/>
          <a:srcRect l="13770" r="13770"/>
          <a:stretch>
            <a:fillRect/>
          </a:stretch>
        </p:blipFill>
        <p:spPr/>
      </p:pic>
      <p:sp>
        <p:nvSpPr>
          <p:cNvPr id="6" name="Text Placeholder 5">
            <a:extLst>
              <a:ext uri="{FF2B5EF4-FFF2-40B4-BE49-F238E27FC236}">
                <a16:creationId xmlns:a16="http://schemas.microsoft.com/office/drawing/2014/main" id="{468094B6-9316-0D1C-93BE-47A3281A74B6}"/>
              </a:ext>
            </a:extLst>
          </p:cNvPr>
          <p:cNvSpPr>
            <a:spLocks noGrp="1"/>
          </p:cNvSpPr>
          <p:nvPr>
            <p:ph type="body" idx="25"/>
            <p:custDataLst>
              <p:tags r:id="rId5"/>
            </p:custDataLst>
          </p:nvPr>
        </p:nvSpPr>
        <p:spPr/>
        <p:txBody>
          <a:bodyPr/>
          <a:lstStyle/>
          <a:p>
            <a:r>
              <a:rPr lang="en-US"/>
              <a:t>- Real-time validation
- Employee search dialog with department/role display
- Photo capture with camera or gallery selection
- Form reset functionality
- Error handling with user-friendly messages</a:t>
            </a:r>
          </a:p>
        </p:txBody>
      </p:sp>
    </p:spTree>
    <p:extLst>
      <p:ext uri="{BB962C8B-B14F-4D97-AF65-F5344CB8AC3E}">
        <p14:creationId xmlns:p14="http://schemas.microsoft.com/office/powerpoint/2010/main" val="538320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AE32D5-C06B-BFDD-DA63-36337801ECAC}"/>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1281CFB2-B0D9-2025-B75C-87D536FFCFB5}"/>
              </a:ext>
            </a:extLst>
          </p:cNvPr>
          <p:cNvSpPr>
            <a:spLocks noGrp="1"/>
          </p:cNvSpPr>
          <p:nvPr>
            <p:ph type="body" idx="26"/>
            <p:custDataLst>
              <p:tags r:id="rId2"/>
            </p:custDataLst>
          </p:nvPr>
        </p:nvSpPr>
        <p:spPr/>
        <p:txBody>
          <a:bodyPr/>
          <a:lstStyle/>
          <a:p>
            <a:r>
              <a:rPr lang="en-US"/>
              <a:t>Photo Features</a:t>
            </a:r>
          </a:p>
        </p:txBody>
      </p:sp>
      <p:sp>
        <p:nvSpPr>
          <p:cNvPr id="4" name="Title 3">
            <a:extLst>
              <a:ext uri="{FF2B5EF4-FFF2-40B4-BE49-F238E27FC236}">
                <a16:creationId xmlns:a16="http://schemas.microsoft.com/office/drawing/2014/main" id="{90196DA9-5C0B-C924-2FF0-A15E904C1B20}"/>
              </a:ext>
            </a:extLst>
          </p:cNvPr>
          <p:cNvSpPr>
            <a:spLocks noGrp="1"/>
          </p:cNvSpPr>
          <p:nvPr>
            <p:ph type="title"/>
            <p:custDataLst>
              <p:tags r:id="rId3"/>
            </p:custDataLst>
          </p:nvPr>
        </p:nvSpPr>
        <p:spPr/>
        <p:txBody>
          <a:bodyPr/>
          <a:lstStyle/>
          <a:p>
            <a:r>
              <a:rPr lang="en-US"/>
              <a:t>Photo Capture System</a:t>
            </a:r>
          </a:p>
        </p:txBody>
      </p:sp>
      <p:pic>
        <p:nvPicPr>
          <p:cNvPr id="8" name="Picture Placeholder 7">
            <a:extLst>
              <a:ext uri="{FF2B5EF4-FFF2-40B4-BE49-F238E27FC236}">
                <a16:creationId xmlns:a16="http://schemas.microsoft.com/office/drawing/2014/main" id="{1C3CAE57-059A-8EAD-F99B-C9B597D95DA9}"/>
              </a:ext>
            </a:extLst>
          </p:cNvPr>
          <p:cNvPicPr>
            <a:picLocks noGrp="1" noChangeAspect="1"/>
          </p:cNvPicPr>
          <p:nvPr>
            <p:ph type="pic" sz="quarter" idx="27"/>
            <p:custDataLst>
              <p:tags r:id="rId4"/>
            </p:custDataLst>
          </p:nvPr>
        </p:nvPicPr>
        <p:blipFill>
          <a:blip r:embed="rId7"/>
          <a:srcRect l="13784" r="13784"/>
          <a:stretch>
            <a:fillRect/>
          </a:stretch>
        </p:blipFill>
        <p:spPr/>
      </p:pic>
      <p:sp>
        <p:nvSpPr>
          <p:cNvPr id="6" name="Text Placeholder 5">
            <a:extLst>
              <a:ext uri="{FF2B5EF4-FFF2-40B4-BE49-F238E27FC236}">
                <a16:creationId xmlns:a16="http://schemas.microsoft.com/office/drawing/2014/main" id="{46DB895A-1343-1090-F5CB-E0BAF35C0D26}"/>
              </a:ext>
            </a:extLst>
          </p:cNvPr>
          <p:cNvSpPr>
            <a:spLocks noGrp="1"/>
          </p:cNvSpPr>
          <p:nvPr>
            <p:ph type="body" idx="25"/>
            <p:custDataLst>
              <p:tags r:id="rId5"/>
            </p:custDataLst>
          </p:nvPr>
        </p:nvSpPr>
        <p:spPr/>
        <p:txBody>
          <a:bodyPr/>
          <a:lstStyle/>
          <a:p>
            <a:r>
              <a:rPr lang="en-US"/>
              <a:t>Camera Integration: Direct camera capture within app. Gallery Selection: Choose existing photos. Photo Display: Visitor photo shown in registration form. Cloud Storage: Automatic upload to Firebase Storage. Photo Visibility: Displayed in all visitor cards and profiles.</a:t>
            </a:r>
          </a:p>
        </p:txBody>
      </p:sp>
    </p:spTree>
    <p:extLst>
      <p:ext uri="{BB962C8B-B14F-4D97-AF65-F5344CB8AC3E}">
        <p14:creationId xmlns:p14="http://schemas.microsoft.com/office/powerpoint/2010/main" val="3494751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E03C9E-F14D-F0F0-18D9-2BD910B259F9}"/>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357BEF0F-DBB8-B730-FB2F-2C8F1AE8EA5A}"/>
              </a:ext>
            </a:extLst>
          </p:cNvPr>
          <p:cNvSpPr>
            <a:spLocks noGrp="1"/>
          </p:cNvSpPr>
          <p:nvPr>
            <p:ph type="title"/>
            <p:custDataLst>
              <p:tags r:id="rId2"/>
            </p:custDataLst>
          </p:nvPr>
        </p:nvSpPr>
        <p:spPr/>
        <p:txBody>
          <a:bodyPr/>
          <a:lstStyle/>
          <a:p>
            <a:r>
              <a:rPr lang="en-US"/>
              <a:t>Photo Use Cases</a:t>
            </a:r>
          </a:p>
        </p:txBody>
      </p:sp>
      <p:sp>
        <p:nvSpPr>
          <p:cNvPr id="4" name="Text Placeholder 3">
            <a:extLst>
              <a:ext uri="{FF2B5EF4-FFF2-40B4-BE49-F238E27FC236}">
                <a16:creationId xmlns:a16="http://schemas.microsoft.com/office/drawing/2014/main" id="{9C5CF235-80AC-3E2A-E40F-082C53FD10A5}"/>
              </a:ext>
            </a:extLst>
          </p:cNvPr>
          <p:cNvSpPr>
            <a:spLocks noGrp="1"/>
          </p:cNvSpPr>
          <p:nvPr>
            <p:ph type="body" idx="25"/>
            <p:custDataLst>
              <p:tags r:id="rId3"/>
            </p:custDataLst>
          </p:nvPr>
        </p:nvSpPr>
        <p:spPr/>
        <p:txBody>
          <a:bodyPr/>
          <a:lstStyle/>
          <a:p>
            <a:r>
              <a:rPr lang="en-US"/>
              <a:t>Use Cases:
- Security identification
- Employee recognition before meeting
- Historical records with visual reference
- Quick visitor verification</a:t>
            </a:r>
          </a:p>
        </p:txBody>
      </p:sp>
      <p:sp>
        <p:nvSpPr>
          <p:cNvPr id="5" name="Text Placeholder 4">
            <a:extLst>
              <a:ext uri="{FF2B5EF4-FFF2-40B4-BE49-F238E27FC236}">
                <a16:creationId xmlns:a16="http://schemas.microsoft.com/office/drawing/2014/main" id="{2A1E8D6A-ED9B-1092-BC64-D35E2F92E104}"/>
              </a:ext>
            </a:extLst>
          </p:cNvPr>
          <p:cNvSpPr>
            <a:spLocks noGrp="1"/>
          </p:cNvSpPr>
          <p:nvPr>
            <p:ph type="body" idx="29"/>
            <p:custDataLst>
              <p:tags r:id="rId4"/>
            </p:custDataLst>
          </p:nvPr>
        </p:nvSpPr>
        <p:spPr/>
        <p:txBody>
          <a:bodyPr/>
          <a:lstStyle/>
          <a:p>
            <a:r>
              <a:rPr lang="en-US"/>
              <a:t>Benefits:
- Enhanced security
- Faster visitor identification
- Professional appearance
- Digital record keeping</a:t>
            </a:r>
          </a:p>
        </p:txBody>
      </p:sp>
      <p:sp>
        <p:nvSpPr>
          <p:cNvPr id="6" name="Text Placeholder 5">
            <a:extLst>
              <a:ext uri="{FF2B5EF4-FFF2-40B4-BE49-F238E27FC236}">
                <a16:creationId xmlns:a16="http://schemas.microsoft.com/office/drawing/2014/main" id="{221A9930-B772-E90A-9528-B121F7EFC65D}"/>
              </a:ext>
            </a:extLst>
          </p:cNvPr>
          <p:cNvSpPr>
            <a:spLocks noGrp="1"/>
          </p:cNvSpPr>
          <p:nvPr>
            <p:ph type="body" idx="31"/>
            <p:custDataLst>
              <p:tags r:id="rId5"/>
            </p:custDataLst>
          </p:nvPr>
        </p:nvSpPr>
        <p:spPr/>
        <p:txBody>
          <a:bodyPr/>
          <a:lstStyle/>
          <a:p>
            <a:r>
              <a:rPr lang="en-US"/>
              <a:t>Use Cases</a:t>
            </a:r>
          </a:p>
        </p:txBody>
      </p:sp>
      <p:sp>
        <p:nvSpPr>
          <p:cNvPr id="7" name="Text Placeholder 6">
            <a:extLst>
              <a:ext uri="{FF2B5EF4-FFF2-40B4-BE49-F238E27FC236}">
                <a16:creationId xmlns:a16="http://schemas.microsoft.com/office/drawing/2014/main" id="{36427243-72FB-5528-4217-AF9997C7BF7B}"/>
              </a:ext>
            </a:extLst>
          </p:cNvPr>
          <p:cNvSpPr>
            <a:spLocks noGrp="1"/>
          </p:cNvSpPr>
          <p:nvPr>
            <p:ph type="body" idx="32"/>
            <p:custDataLst>
              <p:tags r:id="rId6"/>
            </p:custDataLst>
          </p:nvPr>
        </p:nvSpPr>
        <p:spPr/>
        <p:txBody>
          <a:bodyPr/>
          <a:lstStyle/>
          <a:p>
            <a:r>
              <a:rPr lang="en-US"/>
              <a:t>Benefits</a:t>
            </a:r>
          </a:p>
        </p:txBody>
      </p:sp>
      <p:pic>
        <p:nvPicPr>
          <p:cNvPr id="10" name="Picture Placeholder 9">
            <a:extLst>
              <a:ext uri="{FF2B5EF4-FFF2-40B4-BE49-F238E27FC236}">
                <a16:creationId xmlns:a16="http://schemas.microsoft.com/office/drawing/2014/main" id="{6C340899-3FF4-5F73-32D0-A82AAE86F8E9}"/>
              </a:ext>
            </a:extLst>
          </p:cNvPr>
          <p:cNvPicPr>
            <a:picLocks noGrp="1" noChangeAspect="1"/>
          </p:cNvPicPr>
          <p:nvPr>
            <p:ph type="pic" sz="quarter" idx="27"/>
            <p:custDataLst>
              <p:tags r:id="rId7"/>
            </p:custDataLst>
          </p:nvPr>
        </p:nvPicPr>
        <p:blipFill>
          <a:blip r:embed="rId9"/>
          <a:srcRect l="8511" r="8511"/>
          <a:stretch>
            <a:fillRect/>
          </a:stretch>
        </p:blipFill>
        <p:spPr/>
      </p:pic>
    </p:spTree>
    <p:extLst>
      <p:ext uri="{BB962C8B-B14F-4D97-AF65-F5344CB8AC3E}">
        <p14:creationId xmlns:p14="http://schemas.microsoft.com/office/powerpoint/2010/main" val="1291414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28AB94-2A14-3965-147B-BE524F13D31A}"/>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15F6C65B-83C1-2F8A-D596-0ABD925422DF}"/>
              </a:ext>
            </a:extLst>
          </p:cNvPr>
          <p:cNvSpPr>
            <a:spLocks noGrp="1"/>
          </p:cNvSpPr>
          <p:nvPr>
            <p:ph type="body" idx="25"/>
            <p:custDataLst>
              <p:tags r:id="rId2"/>
            </p:custDataLst>
          </p:nvPr>
        </p:nvSpPr>
        <p:spPr/>
        <p:txBody>
          <a:bodyPr/>
          <a:lstStyle/>
          <a:p>
            <a:r>
              <a:rPr lang="en-US"/>
              <a:t>Welcome Card:
- Employee name, job role, and department
- Personalized greeting</a:t>
            </a:r>
          </a:p>
        </p:txBody>
      </p:sp>
      <p:sp>
        <p:nvSpPr>
          <p:cNvPr id="4" name="Text Placeholder 3">
            <a:extLst>
              <a:ext uri="{FF2B5EF4-FFF2-40B4-BE49-F238E27FC236}">
                <a16:creationId xmlns:a16="http://schemas.microsoft.com/office/drawing/2014/main" id="{233ED7A9-8C82-46C1-B945-1E7142751D83}"/>
              </a:ext>
            </a:extLst>
          </p:cNvPr>
          <p:cNvSpPr>
            <a:spLocks noGrp="1"/>
          </p:cNvSpPr>
          <p:nvPr>
            <p:ph type="body" idx="29"/>
            <p:custDataLst>
              <p:tags r:id="rId3"/>
            </p:custDataLst>
          </p:nvPr>
        </p:nvSpPr>
        <p:spPr/>
        <p:txBody>
          <a:bodyPr/>
          <a:lstStyle/>
          <a:p>
            <a:r>
              <a:rPr lang="en-US"/>
              <a:t>Pending Visitor Cards (Up to 5 displayed):
- Visitor photo
- Name and origin/company
- Purpose of visit
- Expected duration
- Direct Approve/Reject buttons on each card</a:t>
            </a:r>
          </a:p>
        </p:txBody>
      </p:sp>
      <p:sp>
        <p:nvSpPr>
          <p:cNvPr id="5" name="Text Placeholder 4">
            <a:extLst>
              <a:ext uri="{FF2B5EF4-FFF2-40B4-BE49-F238E27FC236}">
                <a16:creationId xmlns:a16="http://schemas.microsoft.com/office/drawing/2014/main" id="{6552B69F-973C-844E-C94E-0682A8E2A715}"/>
              </a:ext>
            </a:extLst>
          </p:cNvPr>
          <p:cNvSpPr>
            <a:spLocks noGrp="1"/>
          </p:cNvSpPr>
          <p:nvPr>
            <p:ph type="body" idx="31"/>
            <p:custDataLst>
              <p:tags r:id="rId4"/>
            </p:custDataLst>
          </p:nvPr>
        </p:nvSpPr>
        <p:spPr/>
        <p:txBody>
          <a:bodyPr/>
          <a:lstStyle/>
          <a:p>
            <a:r>
              <a:rPr lang="en-US"/>
              <a:t>Welcome Card</a:t>
            </a:r>
          </a:p>
        </p:txBody>
      </p:sp>
      <p:sp>
        <p:nvSpPr>
          <p:cNvPr id="6" name="Text Placeholder 5">
            <a:extLst>
              <a:ext uri="{FF2B5EF4-FFF2-40B4-BE49-F238E27FC236}">
                <a16:creationId xmlns:a16="http://schemas.microsoft.com/office/drawing/2014/main" id="{4B5FB6EB-4D33-90AF-2D1A-4BB2442E36DA}"/>
              </a:ext>
            </a:extLst>
          </p:cNvPr>
          <p:cNvSpPr>
            <a:spLocks noGrp="1"/>
          </p:cNvSpPr>
          <p:nvPr>
            <p:ph type="body" idx="32"/>
            <p:custDataLst>
              <p:tags r:id="rId5"/>
            </p:custDataLst>
          </p:nvPr>
        </p:nvSpPr>
        <p:spPr/>
        <p:txBody>
          <a:bodyPr/>
          <a:lstStyle/>
          <a:p>
            <a:r>
              <a:rPr lang="en-US"/>
              <a:t>Pending Visitor Cards</a:t>
            </a:r>
          </a:p>
        </p:txBody>
      </p:sp>
      <p:sp>
        <p:nvSpPr>
          <p:cNvPr id="7" name="Text Placeholder 6">
            <a:extLst>
              <a:ext uri="{FF2B5EF4-FFF2-40B4-BE49-F238E27FC236}">
                <a16:creationId xmlns:a16="http://schemas.microsoft.com/office/drawing/2014/main" id="{FA5810A9-CEB4-EACC-2325-2FBF4B42B767}"/>
              </a:ext>
            </a:extLst>
          </p:cNvPr>
          <p:cNvSpPr>
            <a:spLocks noGrp="1"/>
          </p:cNvSpPr>
          <p:nvPr>
            <p:ph type="body" idx="33"/>
            <p:custDataLst>
              <p:tags r:id="rId6"/>
            </p:custDataLst>
          </p:nvPr>
        </p:nvSpPr>
        <p:spPr/>
        <p:txBody>
          <a:bodyPr/>
          <a:lstStyle/>
          <a:p>
            <a:r>
              <a:rPr lang="en-US"/>
              <a:t>Statistics Panel:
- Pending approvals count
- Approved visitors today
- Rejected visitors today</a:t>
            </a:r>
          </a:p>
        </p:txBody>
      </p:sp>
      <p:sp>
        <p:nvSpPr>
          <p:cNvPr id="8" name="Text Placeholder 7">
            <a:extLst>
              <a:ext uri="{FF2B5EF4-FFF2-40B4-BE49-F238E27FC236}">
                <a16:creationId xmlns:a16="http://schemas.microsoft.com/office/drawing/2014/main" id="{F9C185D6-8518-7082-07A6-F5934BBF2250}"/>
              </a:ext>
            </a:extLst>
          </p:cNvPr>
          <p:cNvSpPr>
            <a:spLocks noGrp="1"/>
          </p:cNvSpPr>
          <p:nvPr>
            <p:ph type="body" idx="34"/>
            <p:custDataLst>
              <p:tags r:id="rId7"/>
            </p:custDataLst>
          </p:nvPr>
        </p:nvSpPr>
        <p:spPr/>
        <p:txBody>
          <a:bodyPr/>
          <a:lstStyle/>
          <a:p>
            <a:r>
              <a:rPr lang="en-US"/>
              <a:t>Statistics Panel</a:t>
            </a:r>
          </a:p>
        </p:txBody>
      </p:sp>
      <p:sp>
        <p:nvSpPr>
          <p:cNvPr id="9" name="Title 8">
            <a:extLst>
              <a:ext uri="{FF2B5EF4-FFF2-40B4-BE49-F238E27FC236}">
                <a16:creationId xmlns:a16="http://schemas.microsoft.com/office/drawing/2014/main" id="{77D7A4E3-0122-6EE7-0A2C-0237A2C2551E}"/>
              </a:ext>
            </a:extLst>
          </p:cNvPr>
          <p:cNvSpPr>
            <a:spLocks noGrp="1"/>
          </p:cNvSpPr>
          <p:nvPr>
            <p:ph type="title"/>
            <p:custDataLst>
              <p:tags r:id="rId8"/>
            </p:custDataLst>
          </p:nvPr>
        </p:nvSpPr>
        <p:spPr/>
        <p:txBody>
          <a:bodyPr/>
          <a:lstStyle/>
          <a:p>
            <a:r>
              <a:rPr lang="en-US"/>
              <a:t>Employee Dashboard</a:t>
            </a:r>
          </a:p>
        </p:txBody>
      </p:sp>
      <p:sp>
        <p:nvSpPr>
          <p:cNvPr id="10" name="Text Placeholder 9">
            <a:extLst>
              <a:ext uri="{FF2B5EF4-FFF2-40B4-BE49-F238E27FC236}">
                <a16:creationId xmlns:a16="http://schemas.microsoft.com/office/drawing/2014/main" id="{BC499C3F-FA3E-C57C-2D36-DB1BF0F8226F}"/>
              </a:ext>
            </a:extLst>
          </p:cNvPr>
          <p:cNvSpPr>
            <a:spLocks noGrp="1"/>
          </p:cNvSpPr>
          <p:nvPr>
            <p:ph type="body" idx="35"/>
            <p:custDataLst>
              <p:tags r:id="rId9"/>
            </p:custDataLst>
          </p:nvPr>
        </p:nvSpPr>
        <p:spPr/>
        <p:txBody>
          <a:bodyPr/>
          <a:lstStyle/>
          <a:p>
            <a:r>
              <a:rPr lang="en-US"/>
              <a:t>Recent Activity Feed:
- Recently approved/rejected visitors
- Time since action (e.g., "2 hours ago")
- Quick overview of daily activity</a:t>
            </a:r>
          </a:p>
        </p:txBody>
      </p:sp>
      <p:sp>
        <p:nvSpPr>
          <p:cNvPr id="11" name="Text Placeholder 10">
            <a:extLst>
              <a:ext uri="{FF2B5EF4-FFF2-40B4-BE49-F238E27FC236}">
                <a16:creationId xmlns:a16="http://schemas.microsoft.com/office/drawing/2014/main" id="{97D2B067-1728-2CDF-4051-53ED0696CFD1}"/>
              </a:ext>
            </a:extLst>
          </p:cNvPr>
          <p:cNvSpPr>
            <a:spLocks noGrp="1"/>
          </p:cNvSpPr>
          <p:nvPr>
            <p:ph type="body" idx="36"/>
            <p:custDataLst>
              <p:tags r:id="rId10"/>
            </p:custDataLst>
          </p:nvPr>
        </p:nvSpPr>
        <p:spPr/>
        <p:txBody>
          <a:bodyPr/>
          <a:lstStyle/>
          <a:p>
            <a:r>
              <a:rPr lang="en-US"/>
              <a:t>Recent Activity Feed</a:t>
            </a:r>
          </a:p>
        </p:txBody>
      </p:sp>
    </p:spTree>
    <p:extLst>
      <p:ext uri="{BB962C8B-B14F-4D97-AF65-F5344CB8AC3E}">
        <p14:creationId xmlns:p14="http://schemas.microsoft.com/office/powerpoint/2010/main" val="2635639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507A68-BC44-D7E3-B71D-3D36A0010C96}"/>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5FDAA21E-0329-9EE2-0A92-265C2FC04E0F}"/>
              </a:ext>
            </a:extLst>
          </p:cNvPr>
          <p:cNvSpPr>
            <a:spLocks noGrp="1"/>
          </p:cNvSpPr>
          <p:nvPr>
            <p:ph type="body" idx="26"/>
            <p:custDataLst>
              <p:tags r:id="rId2"/>
            </p:custDataLst>
          </p:nvPr>
        </p:nvSpPr>
        <p:spPr/>
        <p:txBody>
          <a:bodyPr/>
          <a:lstStyle/>
          <a:p>
            <a:r>
              <a:rPr lang="en-US"/>
              <a:t>Visitor Status</a:t>
            </a:r>
          </a:p>
        </p:txBody>
      </p:sp>
      <p:sp>
        <p:nvSpPr>
          <p:cNvPr id="4" name="Title 3">
            <a:extLst>
              <a:ext uri="{FF2B5EF4-FFF2-40B4-BE49-F238E27FC236}">
                <a16:creationId xmlns:a16="http://schemas.microsoft.com/office/drawing/2014/main" id="{44E2D3CC-D12B-D221-F2A2-428B9B3BB61D}"/>
              </a:ext>
            </a:extLst>
          </p:cNvPr>
          <p:cNvSpPr>
            <a:spLocks noGrp="1"/>
          </p:cNvSpPr>
          <p:nvPr>
            <p:ph type="title"/>
            <p:custDataLst>
              <p:tags r:id="rId3"/>
            </p:custDataLst>
          </p:nvPr>
        </p:nvSpPr>
        <p:spPr/>
        <p:txBody>
          <a:bodyPr/>
          <a:lstStyle/>
          <a:p>
            <a:r>
              <a:rPr lang="en-US"/>
              <a:t>Visitor Status Tracking</a:t>
            </a:r>
          </a:p>
        </p:txBody>
      </p:sp>
      <p:pic>
        <p:nvPicPr>
          <p:cNvPr id="8" name="Picture Placeholder 7">
            <a:extLst>
              <a:ext uri="{FF2B5EF4-FFF2-40B4-BE49-F238E27FC236}">
                <a16:creationId xmlns:a16="http://schemas.microsoft.com/office/drawing/2014/main" id="{EA83958E-543E-31CA-784D-BB72385A566A}"/>
              </a:ext>
            </a:extLst>
          </p:cNvPr>
          <p:cNvPicPr>
            <a:picLocks noGrp="1" noChangeAspect="1"/>
          </p:cNvPicPr>
          <p:nvPr>
            <p:ph type="pic" sz="quarter" idx="27"/>
            <p:custDataLst>
              <p:tags r:id="rId4"/>
            </p:custDataLst>
          </p:nvPr>
        </p:nvPicPr>
        <p:blipFill>
          <a:blip r:embed="rId7"/>
          <a:srcRect l="3364" r="3364"/>
          <a:stretch>
            <a:fillRect/>
          </a:stretch>
        </p:blipFill>
        <p:spPr/>
      </p:pic>
      <p:sp>
        <p:nvSpPr>
          <p:cNvPr id="6" name="Text Placeholder 5">
            <a:extLst>
              <a:ext uri="{FF2B5EF4-FFF2-40B4-BE49-F238E27FC236}">
                <a16:creationId xmlns:a16="http://schemas.microsoft.com/office/drawing/2014/main" id="{122C6E30-69BE-F8C4-75AE-3EE95341CB25}"/>
              </a:ext>
            </a:extLst>
          </p:cNvPr>
          <p:cNvSpPr>
            <a:spLocks noGrp="1"/>
          </p:cNvSpPr>
          <p:nvPr>
            <p:ph type="body" idx="25"/>
            <p:custDataLst>
              <p:tags r:id="rId5"/>
            </p:custDataLst>
          </p:nvPr>
        </p:nvSpPr>
        <p:spPr/>
        <p:txBody>
          <a:bodyPr/>
          <a:lstStyle/>
          <a:p>
            <a:r>
              <a:rPr lang="en-US"/>
              <a:t>- Pending (awaiting approval)
- Approved (cleared for entry)
- Rejected (declined request)
- Completed (visit finished)</a:t>
            </a:r>
          </a:p>
        </p:txBody>
      </p:sp>
    </p:spTree>
    <p:extLst>
      <p:ext uri="{BB962C8B-B14F-4D97-AF65-F5344CB8AC3E}">
        <p14:creationId xmlns:p14="http://schemas.microsoft.com/office/powerpoint/2010/main" val="159113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C67D78-6FC2-7C72-B896-5535343F2272}"/>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9215B465-E56D-61D6-58A9-DC068A6259BA}"/>
              </a:ext>
            </a:extLst>
          </p:cNvPr>
          <p:cNvSpPr>
            <a:spLocks noGrp="1"/>
          </p:cNvSpPr>
          <p:nvPr>
            <p:ph type="body" idx="26"/>
            <p:custDataLst>
              <p:tags r:id="rId2"/>
            </p:custDataLst>
          </p:nvPr>
        </p:nvSpPr>
        <p:spPr/>
        <p:txBody>
          <a:bodyPr/>
          <a:lstStyle/>
          <a:p>
            <a:r>
              <a:rPr lang="en-US"/>
              <a:t>Notification Types</a:t>
            </a:r>
          </a:p>
        </p:txBody>
      </p:sp>
      <p:sp>
        <p:nvSpPr>
          <p:cNvPr id="4" name="Title 3">
            <a:extLst>
              <a:ext uri="{FF2B5EF4-FFF2-40B4-BE49-F238E27FC236}">
                <a16:creationId xmlns:a16="http://schemas.microsoft.com/office/drawing/2014/main" id="{5EC78674-CFB3-1A49-9A8A-487A77ABE33D}"/>
              </a:ext>
            </a:extLst>
          </p:cNvPr>
          <p:cNvSpPr>
            <a:spLocks noGrp="1"/>
          </p:cNvSpPr>
          <p:nvPr>
            <p:ph type="title"/>
            <p:custDataLst>
              <p:tags r:id="rId3"/>
            </p:custDataLst>
          </p:nvPr>
        </p:nvSpPr>
        <p:spPr/>
        <p:txBody>
          <a:bodyPr/>
          <a:lstStyle/>
          <a:p>
            <a:r>
              <a:rPr lang="en-US"/>
              <a:t>Real-Time Notifications</a:t>
            </a:r>
          </a:p>
        </p:txBody>
      </p:sp>
      <p:pic>
        <p:nvPicPr>
          <p:cNvPr id="8" name="Picture Placeholder 7">
            <a:extLst>
              <a:ext uri="{FF2B5EF4-FFF2-40B4-BE49-F238E27FC236}">
                <a16:creationId xmlns:a16="http://schemas.microsoft.com/office/drawing/2014/main" id="{1911BC58-5A46-78AB-0E0A-3081DE24B292}"/>
              </a:ext>
            </a:extLst>
          </p:cNvPr>
          <p:cNvPicPr>
            <a:picLocks noGrp="1" noChangeAspect="1"/>
          </p:cNvPicPr>
          <p:nvPr>
            <p:ph type="pic" sz="quarter" idx="27"/>
            <p:custDataLst>
              <p:tags r:id="rId4"/>
            </p:custDataLst>
          </p:nvPr>
        </p:nvPicPr>
        <p:blipFill>
          <a:blip r:embed="rId7"/>
          <a:srcRect t="19332" b="19332"/>
          <a:stretch>
            <a:fillRect/>
          </a:stretch>
        </p:blipFill>
        <p:spPr/>
      </p:pic>
      <p:sp>
        <p:nvSpPr>
          <p:cNvPr id="6" name="Text Placeholder 5">
            <a:extLst>
              <a:ext uri="{FF2B5EF4-FFF2-40B4-BE49-F238E27FC236}">
                <a16:creationId xmlns:a16="http://schemas.microsoft.com/office/drawing/2014/main" id="{10B1C33F-6B39-9B6E-E0DC-B3F624ABBD67}"/>
              </a:ext>
            </a:extLst>
          </p:cNvPr>
          <p:cNvSpPr>
            <a:spLocks noGrp="1"/>
          </p:cNvSpPr>
          <p:nvPr>
            <p:ph type="body" idx="25"/>
            <p:custDataLst>
              <p:tags r:id="rId5"/>
            </p:custDataLst>
          </p:nvPr>
        </p:nvSpPr>
        <p:spPr/>
        <p:txBody>
          <a:bodyPr/>
          <a:lstStyle/>
          <a:p>
            <a:r>
              <a:rPr lang="en-US"/>
              <a:t>1. Request Notification
- Sent to employee when new visitor registered
- Contains visitor details and photo
2. Approval Notification
- Sent to gatekeeper when employee approves
- Updates visitor status immediately
3. Rejection Notification
- Sent to gatekeeper when employee rejects
- Includes rejection confirmation</a:t>
            </a:r>
          </a:p>
        </p:txBody>
      </p:sp>
    </p:spTree>
    <p:extLst>
      <p:ext uri="{BB962C8B-B14F-4D97-AF65-F5344CB8AC3E}">
        <p14:creationId xmlns:p14="http://schemas.microsoft.com/office/powerpoint/2010/main" val="1184539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2A4ADC-14BF-FE81-15BF-A82A1C969FF7}"/>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D970FA5C-B85D-96E6-9C88-E7573FE30762}"/>
              </a:ext>
            </a:extLst>
          </p:cNvPr>
          <p:cNvSpPr>
            <a:spLocks noGrp="1"/>
          </p:cNvSpPr>
          <p:nvPr>
            <p:ph type="body" idx="26"/>
            <p:custDataLst>
              <p:tags r:id="rId2"/>
            </p:custDataLst>
          </p:nvPr>
        </p:nvSpPr>
        <p:spPr/>
        <p:txBody>
          <a:bodyPr/>
          <a:lstStyle/>
          <a:p>
            <a:r>
              <a:rPr lang="en-US"/>
              <a:t>Notification Features</a:t>
            </a:r>
          </a:p>
        </p:txBody>
      </p:sp>
      <p:sp>
        <p:nvSpPr>
          <p:cNvPr id="4" name="Title 3">
            <a:extLst>
              <a:ext uri="{FF2B5EF4-FFF2-40B4-BE49-F238E27FC236}">
                <a16:creationId xmlns:a16="http://schemas.microsoft.com/office/drawing/2014/main" id="{FA3DD7ED-4C8C-871F-4AB4-78CBEA7C8CE6}"/>
              </a:ext>
            </a:extLst>
          </p:cNvPr>
          <p:cNvSpPr>
            <a:spLocks noGrp="1"/>
          </p:cNvSpPr>
          <p:nvPr>
            <p:ph type="title"/>
            <p:custDataLst>
              <p:tags r:id="rId3"/>
            </p:custDataLst>
          </p:nvPr>
        </p:nvSpPr>
        <p:spPr/>
        <p:txBody>
          <a:bodyPr/>
          <a:lstStyle/>
          <a:p>
            <a:r>
              <a:rPr lang="en-US"/>
              <a:t>Notification Features</a:t>
            </a:r>
          </a:p>
        </p:txBody>
      </p:sp>
      <p:pic>
        <p:nvPicPr>
          <p:cNvPr id="8" name="Picture Placeholder 7">
            <a:extLst>
              <a:ext uri="{FF2B5EF4-FFF2-40B4-BE49-F238E27FC236}">
                <a16:creationId xmlns:a16="http://schemas.microsoft.com/office/drawing/2014/main" id="{70A017C0-F604-EF87-E5AA-345D77958252}"/>
              </a:ext>
            </a:extLst>
          </p:cNvPr>
          <p:cNvPicPr>
            <a:picLocks noGrp="1" noChangeAspect="1"/>
          </p:cNvPicPr>
          <p:nvPr>
            <p:ph type="pic" sz="quarter" idx="27"/>
            <p:custDataLst>
              <p:tags r:id="rId4"/>
            </p:custDataLst>
          </p:nvPr>
        </p:nvPicPr>
        <p:blipFill>
          <a:blip r:embed="rId7"/>
          <a:srcRect l="9313" r="9313"/>
          <a:stretch>
            <a:fillRect/>
          </a:stretch>
        </p:blipFill>
        <p:spPr/>
      </p:pic>
      <p:sp>
        <p:nvSpPr>
          <p:cNvPr id="6" name="Text Placeholder 5">
            <a:extLst>
              <a:ext uri="{FF2B5EF4-FFF2-40B4-BE49-F238E27FC236}">
                <a16:creationId xmlns:a16="http://schemas.microsoft.com/office/drawing/2014/main" id="{56B1CFC4-977C-FD2F-522E-2D0FE84154A6}"/>
              </a:ext>
            </a:extLst>
          </p:cNvPr>
          <p:cNvSpPr>
            <a:spLocks noGrp="1"/>
          </p:cNvSpPr>
          <p:nvPr>
            <p:ph type="body" idx="25"/>
            <p:custDataLst>
              <p:tags r:id="rId5"/>
            </p:custDataLst>
          </p:nvPr>
        </p:nvSpPr>
        <p:spPr/>
        <p:txBody>
          <a:bodyPr/>
          <a:lstStyle/>
          <a:p>
            <a:r>
              <a:rPr lang="en-US"/>
              <a:t>- In-App Notification Center: Centralized notification hub
- Unread Badge Count: Visual indicator of pending notifications
- Mark as Read: Individual or bulk mark as read
- Tap Navigation: Tap notification to view relevant content
- Real-Time Delivery: Instant push notifications
- Background Handling: Notifications work even when app is closed</a:t>
            </a:r>
          </a:p>
        </p:txBody>
      </p:sp>
    </p:spTree>
    <p:extLst>
      <p:ext uri="{BB962C8B-B14F-4D97-AF65-F5344CB8AC3E}">
        <p14:creationId xmlns:p14="http://schemas.microsoft.com/office/powerpoint/2010/main" val="1070490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8B8DB4-6D1A-4203-136A-E542EB20B25A}"/>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D6F47AEF-70FA-319F-246C-76DD70910635}"/>
              </a:ext>
            </a:extLst>
          </p:cNvPr>
          <p:cNvSpPr>
            <a:spLocks noGrp="1"/>
          </p:cNvSpPr>
          <p:nvPr>
            <p:ph type="title"/>
            <p:custDataLst>
              <p:tags r:id="rId2"/>
            </p:custDataLst>
          </p:nvPr>
        </p:nvSpPr>
        <p:spPr/>
        <p:txBody>
          <a:bodyPr/>
          <a:lstStyle/>
          <a:p>
            <a:r>
              <a:rPr lang="en-US"/>
              <a:t>Background Service</a:t>
            </a:r>
          </a:p>
        </p:txBody>
      </p:sp>
      <p:sp>
        <p:nvSpPr>
          <p:cNvPr id="4" name="Text Placeholder 3">
            <a:extLst>
              <a:ext uri="{FF2B5EF4-FFF2-40B4-BE49-F238E27FC236}">
                <a16:creationId xmlns:a16="http://schemas.microsoft.com/office/drawing/2014/main" id="{C5207147-3179-AA9C-26E6-12E96127922B}"/>
              </a:ext>
            </a:extLst>
          </p:cNvPr>
          <p:cNvSpPr>
            <a:spLocks noGrp="1"/>
          </p:cNvSpPr>
          <p:nvPr>
            <p:ph type="body" idx="25"/>
            <p:custDataLst>
              <p:tags r:id="rId3"/>
            </p:custDataLst>
          </p:nvPr>
        </p:nvSpPr>
        <p:spPr/>
        <p:txBody>
          <a:bodyPr/>
          <a:lstStyle/>
          <a:p>
            <a:r>
              <a:rPr lang="en-US"/>
              <a:t>Background Service Features:
Android:
- Battery optimization management
- Background service monitoring
- Persistent notification service
- Device settings configuration guide</a:t>
            </a:r>
          </a:p>
        </p:txBody>
      </p:sp>
      <p:sp>
        <p:nvSpPr>
          <p:cNvPr id="5" name="Text Placeholder 4">
            <a:extLst>
              <a:ext uri="{FF2B5EF4-FFF2-40B4-BE49-F238E27FC236}">
                <a16:creationId xmlns:a16="http://schemas.microsoft.com/office/drawing/2014/main" id="{8B7EC9F2-F46B-AADF-5FEE-ACA3712F648D}"/>
              </a:ext>
            </a:extLst>
          </p:cNvPr>
          <p:cNvSpPr>
            <a:spLocks noGrp="1"/>
          </p:cNvSpPr>
          <p:nvPr>
            <p:ph type="body" idx="29"/>
            <p:custDataLst>
              <p:tags r:id="rId4"/>
            </p:custDataLst>
          </p:nvPr>
        </p:nvSpPr>
        <p:spPr/>
        <p:txBody>
          <a:bodyPr/>
          <a:lstStyle/>
          <a:p>
            <a:r>
              <a:rPr lang="en-US"/>
              <a:t>iOS:
- Background app refresh support
- Notification permission handling
- APNs integration</a:t>
            </a:r>
          </a:p>
        </p:txBody>
      </p:sp>
      <p:sp>
        <p:nvSpPr>
          <p:cNvPr id="6" name="Text Placeholder 5">
            <a:extLst>
              <a:ext uri="{FF2B5EF4-FFF2-40B4-BE49-F238E27FC236}">
                <a16:creationId xmlns:a16="http://schemas.microsoft.com/office/drawing/2014/main" id="{4FC1D819-CF01-C5EF-A22B-A30C9682CDCF}"/>
              </a:ext>
            </a:extLst>
          </p:cNvPr>
          <p:cNvSpPr>
            <a:spLocks noGrp="1"/>
          </p:cNvSpPr>
          <p:nvPr>
            <p:ph type="body" idx="31"/>
            <p:custDataLst>
              <p:tags r:id="rId5"/>
            </p:custDataLst>
          </p:nvPr>
        </p:nvSpPr>
        <p:spPr/>
        <p:txBody>
          <a:bodyPr/>
          <a:lstStyle/>
          <a:p>
            <a:r>
              <a:rPr lang="en-US"/>
              <a:t>Android Features</a:t>
            </a:r>
          </a:p>
        </p:txBody>
      </p:sp>
      <p:sp>
        <p:nvSpPr>
          <p:cNvPr id="7" name="Text Placeholder 6">
            <a:extLst>
              <a:ext uri="{FF2B5EF4-FFF2-40B4-BE49-F238E27FC236}">
                <a16:creationId xmlns:a16="http://schemas.microsoft.com/office/drawing/2014/main" id="{E8321609-CF30-0589-05F0-802753620463}"/>
              </a:ext>
            </a:extLst>
          </p:cNvPr>
          <p:cNvSpPr>
            <a:spLocks noGrp="1"/>
          </p:cNvSpPr>
          <p:nvPr>
            <p:ph type="body" idx="32"/>
            <p:custDataLst>
              <p:tags r:id="rId6"/>
            </p:custDataLst>
          </p:nvPr>
        </p:nvSpPr>
        <p:spPr/>
        <p:txBody>
          <a:bodyPr/>
          <a:lstStyle/>
          <a:p>
            <a:r>
              <a:rPr lang="en-US"/>
              <a:t>iOS Features</a:t>
            </a:r>
          </a:p>
        </p:txBody>
      </p:sp>
    </p:spTree>
    <p:extLst>
      <p:ext uri="{BB962C8B-B14F-4D97-AF65-F5344CB8AC3E}">
        <p14:creationId xmlns:p14="http://schemas.microsoft.com/office/powerpoint/2010/main" val="3769256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EAB7AD-EB75-24B0-CD92-71FFA35E0043}"/>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D8811C44-4754-862E-B17B-D737DF48E54C}"/>
              </a:ext>
            </a:extLst>
          </p:cNvPr>
          <p:cNvSpPr>
            <a:spLocks noGrp="1"/>
          </p:cNvSpPr>
          <p:nvPr>
            <p:ph type="body" idx="26"/>
            <p:custDataLst>
              <p:tags r:id="rId2"/>
            </p:custDataLst>
          </p:nvPr>
        </p:nvSpPr>
        <p:spPr/>
        <p:txBody>
          <a:bodyPr/>
          <a:lstStyle/>
          <a:p>
            <a:r>
              <a:rPr lang="en-US" dirty="0"/>
              <a:t>Reliability Features</a:t>
            </a:r>
          </a:p>
        </p:txBody>
      </p:sp>
      <p:sp>
        <p:nvSpPr>
          <p:cNvPr id="4" name="Title 3">
            <a:extLst>
              <a:ext uri="{FF2B5EF4-FFF2-40B4-BE49-F238E27FC236}">
                <a16:creationId xmlns:a16="http://schemas.microsoft.com/office/drawing/2014/main" id="{528FE5C5-A0C5-C03A-7C10-0CEDCBCC18C7}"/>
              </a:ext>
            </a:extLst>
          </p:cNvPr>
          <p:cNvSpPr>
            <a:spLocks noGrp="1"/>
          </p:cNvSpPr>
          <p:nvPr>
            <p:ph type="title"/>
            <p:custDataLst>
              <p:tags r:id="rId3"/>
            </p:custDataLst>
          </p:nvPr>
        </p:nvSpPr>
        <p:spPr/>
        <p:txBody>
          <a:bodyPr/>
          <a:lstStyle/>
          <a:p>
            <a:r>
              <a:rPr lang="en-US"/>
              <a:t>Reliability Features</a:t>
            </a:r>
          </a:p>
        </p:txBody>
      </p:sp>
      <p:pic>
        <p:nvPicPr>
          <p:cNvPr id="8" name="Picture Placeholder 7">
            <a:extLst>
              <a:ext uri="{FF2B5EF4-FFF2-40B4-BE49-F238E27FC236}">
                <a16:creationId xmlns:a16="http://schemas.microsoft.com/office/drawing/2014/main" id="{BF836E39-0AD9-353E-1632-C4379A062987}"/>
              </a:ext>
            </a:extLst>
          </p:cNvPr>
          <p:cNvPicPr>
            <a:picLocks noGrp="1" noChangeAspect="1"/>
          </p:cNvPicPr>
          <p:nvPr>
            <p:ph type="pic" sz="quarter" idx="27"/>
            <p:custDataLst>
              <p:tags r:id="rId4"/>
            </p:custDataLst>
          </p:nvPr>
        </p:nvPicPr>
        <p:blipFill>
          <a:blip r:embed="rId7"/>
          <a:srcRect l="29337" r="29337"/>
          <a:stretch>
            <a:fillRect/>
          </a:stretch>
        </p:blipFill>
        <p:spPr/>
      </p:pic>
      <p:sp>
        <p:nvSpPr>
          <p:cNvPr id="6" name="Text Placeholder 5">
            <a:extLst>
              <a:ext uri="{FF2B5EF4-FFF2-40B4-BE49-F238E27FC236}">
                <a16:creationId xmlns:a16="http://schemas.microsoft.com/office/drawing/2014/main" id="{BAFC9643-86C4-8AD3-DC60-271F2B05C2A9}"/>
              </a:ext>
            </a:extLst>
          </p:cNvPr>
          <p:cNvSpPr>
            <a:spLocks noGrp="1"/>
          </p:cNvSpPr>
          <p:nvPr>
            <p:ph type="body" idx="25"/>
            <p:custDataLst>
              <p:tags r:id="rId5"/>
            </p:custDataLst>
          </p:nvPr>
        </p:nvSpPr>
        <p:spPr/>
        <p:txBody>
          <a:bodyPr/>
          <a:lstStyle/>
          <a:p>
            <a:r>
              <a:rPr lang="en-US" dirty="0"/>
              <a:t>- Service status monitoring screen
- Manual service restart option
- Platform-specific instructions
- Permission status indicators
- Direct links to device settings
Benefits:
- Notifications delivered even when app is closed
- No missed visitor requests
- Reliable real-time communication
- User-friendly troubleshooting
Visual Suggestion: Phone</a:t>
            </a:r>
          </a:p>
        </p:txBody>
      </p:sp>
    </p:spTree>
    <p:extLst>
      <p:ext uri="{BB962C8B-B14F-4D97-AF65-F5344CB8AC3E}">
        <p14:creationId xmlns:p14="http://schemas.microsoft.com/office/powerpoint/2010/main" val="284254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E27DDA-51CB-9E66-F1FC-A52339822ADE}"/>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8FA23C22-09E9-E3E9-ECE8-A1580B14F3D4}"/>
              </a:ext>
            </a:extLst>
          </p:cNvPr>
          <p:cNvSpPr>
            <a:spLocks noGrp="1"/>
          </p:cNvSpPr>
          <p:nvPr>
            <p:ph type="body" idx="25"/>
            <p:custDataLst>
              <p:tags r:id="rId2"/>
            </p:custDataLst>
          </p:nvPr>
        </p:nvSpPr>
        <p:spPr/>
        <p:txBody>
          <a:bodyPr/>
          <a:lstStyle/>
          <a:p>
            <a:r>
              <a:rPr lang="en-US"/>
              <a:t>Gatekeeper View (All Statistics):
- Total visitors today
- Total pending approvals (all employees)
- Total approved visitors today
- Total rejected visitors today
- Last updated timestamp</a:t>
            </a:r>
          </a:p>
        </p:txBody>
      </p:sp>
      <p:sp>
        <p:nvSpPr>
          <p:cNvPr id="4" name="Text Placeholder 3">
            <a:extLst>
              <a:ext uri="{FF2B5EF4-FFF2-40B4-BE49-F238E27FC236}">
                <a16:creationId xmlns:a16="http://schemas.microsoft.com/office/drawing/2014/main" id="{ADCA7568-E762-7A51-62BF-09B1586294B0}"/>
              </a:ext>
            </a:extLst>
          </p:cNvPr>
          <p:cNvSpPr>
            <a:spLocks noGrp="1"/>
          </p:cNvSpPr>
          <p:nvPr>
            <p:ph type="body" idx="29"/>
            <p:custDataLst>
              <p:tags r:id="rId3"/>
            </p:custDataLst>
          </p:nvPr>
        </p:nvSpPr>
        <p:spPr/>
        <p:txBody>
          <a:bodyPr/>
          <a:lstStyle/>
          <a:p>
            <a:r>
              <a:rPr lang="en-US"/>
              <a:t>(Personal Statistics):
- Pending approvals for specific employee
- Approved visitors for employee
- Rejected visitors for employee
- Personal activity metrics</a:t>
            </a:r>
          </a:p>
        </p:txBody>
      </p:sp>
      <p:sp>
        <p:nvSpPr>
          <p:cNvPr id="5" name="Text Placeholder 4">
            <a:extLst>
              <a:ext uri="{FF2B5EF4-FFF2-40B4-BE49-F238E27FC236}">
                <a16:creationId xmlns:a16="http://schemas.microsoft.com/office/drawing/2014/main" id="{264EBAF3-DEA7-98AC-7D13-66F97A2C3567}"/>
              </a:ext>
            </a:extLst>
          </p:cNvPr>
          <p:cNvSpPr>
            <a:spLocks noGrp="1"/>
          </p:cNvSpPr>
          <p:nvPr>
            <p:ph type="body" idx="31"/>
            <p:custDataLst>
              <p:tags r:id="rId4"/>
            </p:custDataLst>
          </p:nvPr>
        </p:nvSpPr>
        <p:spPr/>
        <p:txBody>
          <a:bodyPr/>
          <a:lstStyle/>
          <a:p>
            <a:r>
              <a:rPr lang="en-US"/>
              <a:t>Statistics Dashboard</a:t>
            </a:r>
          </a:p>
        </p:txBody>
      </p:sp>
      <p:sp>
        <p:nvSpPr>
          <p:cNvPr id="6" name="Text Placeholder 5">
            <a:extLst>
              <a:ext uri="{FF2B5EF4-FFF2-40B4-BE49-F238E27FC236}">
                <a16:creationId xmlns:a16="http://schemas.microsoft.com/office/drawing/2014/main" id="{3CD79186-731D-429B-A113-7558D1264994}"/>
              </a:ext>
            </a:extLst>
          </p:cNvPr>
          <p:cNvSpPr>
            <a:spLocks noGrp="1"/>
          </p:cNvSpPr>
          <p:nvPr>
            <p:ph type="body" idx="32"/>
            <p:custDataLst>
              <p:tags r:id="rId5"/>
            </p:custDataLst>
          </p:nvPr>
        </p:nvSpPr>
        <p:spPr/>
        <p:txBody>
          <a:bodyPr/>
          <a:lstStyle/>
          <a:p>
            <a:r>
              <a:rPr lang="en-US"/>
              <a:t>Employee View</a:t>
            </a:r>
          </a:p>
        </p:txBody>
      </p:sp>
      <p:sp>
        <p:nvSpPr>
          <p:cNvPr id="7" name="Text Placeholder 6">
            <a:extLst>
              <a:ext uri="{FF2B5EF4-FFF2-40B4-BE49-F238E27FC236}">
                <a16:creationId xmlns:a16="http://schemas.microsoft.com/office/drawing/2014/main" id="{7DCE370C-6A92-3DFB-028C-71012ECF2D67}"/>
              </a:ext>
            </a:extLst>
          </p:cNvPr>
          <p:cNvSpPr>
            <a:spLocks noGrp="1"/>
          </p:cNvSpPr>
          <p:nvPr>
            <p:ph type="body" idx="33"/>
            <p:custDataLst>
              <p:tags r:id="rId6"/>
            </p:custDataLst>
          </p:nvPr>
        </p:nvSpPr>
        <p:spPr/>
        <p:txBody>
          <a:bodyPr/>
          <a:lstStyle/>
          <a:p>
            <a:r>
              <a:rPr lang="en-US"/>
              <a:t>- Auto-refreshing statistics via Firestore streams
- Live updates without manual refresh
- Color-coded stat cards
- Visual icons for each metric
- Error handling with retry functionality</a:t>
            </a:r>
          </a:p>
        </p:txBody>
      </p:sp>
      <p:sp>
        <p:nvSpPr>
          <p:cNvPr id="8" name="Text Placeholder 7">
            <a:extLst>
              <a:ext uri="{FF2B5EF4-FFF2-40B4-BE49-F238E27FC236}">
                <a16:creationId xmlns:a16="http://schemas.microsoft.com/office/drawing/2014/main" id="{A134F90B-7BFB-5213-C34F-135F3D129848}"/>
              </a:ext>
            </a:extLst>
          </p:cNvPr>
          <p:cNvSpPr>
            <a:spLocks noGrp="1"/>
          </p:cNvSpPr>
          <p:nvPr>
            <p:ph type="body" idx="34"/>
            <p:custDataLst>
              <p:tags r:id="rId7"/>
            </p:custDataLst>
          </p:nvPr>
        </p:nvSpPr>
        <p:spPr/>
        <p:txBody>
          <a:bodyPr/>
          <a:lstStyle/>
          <a:p>
            <a:r>
              <a:rPr lang="en-US"/>
              <a:t>Real-Time Features</a:t>
            </a:r>
          </a:p>
        </p:txBody>
      </p:sp>
      <p:sp>
        <p:nvSpPr>
          <p:cNvPr id="9" name="Title 8">
            <a:extLst>
              <a:ext uri="{FF2B5EF4-FFF2-40B4-BE49-F238E27FC236}">
                <a16:creationId xmlns:a16="http://schemas.microsoft.com/office/drawing/2014/main" id="{3C188AF8-77C4-9D97-1D79-FEC55A3509AD}"/>
              </a:ext>
            </a:extLst>
          </p:cNvPr>
          <p:cNvSpPr>
            <a:spLocks noGrp="1"/>
          </p:cNvSpPr>
          <p:nvPr>
            <p:ph type="title"/>
            <p:custDataLst>
              <p:tags r:id="rId8"/>
            </p:custDataLst>
          </p:nvPr>
        </p:nvSpPr>
        <p:spPr/>
        <p:txBody>
          <a:bodyPr/>
          <a:lstStyle/>
          <a:p>
            <a:r>
              <a:rPr lang="en-US"/>
              <a:t>Dashboard Analytics</a:t>
            </a:r>
          </a:p>
        </p:txBody>
      </p:sp>
    </p:spTree>
    <p:extLst>
      <p:ext uri="{BB962C8B-B14F-4D97-AF65-F5344CB8AC3E}">
        <p14:creationId xmlns:p14="http://schemas.microsoft.com/office/powerpoint/2010/main" val="3636976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135DC8-54D6-C3B4-5DC4-BB0F167508EC}"/>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2063078C-3DF0-AAE2-AA7D-623906EEC949}"/>
              </a:ext>
            </a:extLst>
          </p:cNvPr>
          <p:cNvSpPr>
            <a:spLocks noGrp="1"/>
          </p:cNvSpPr>
          <p:nvPr>
            <p:ph type="body" idx="25"/>
            <p:custDataLst>
              <p:tags r:id="rId2"/>
            </p:custDataLst>
          </p:nvPr>
        </p:nvSpPr>
        <p:spPr/>
        <p:txBody>
          <a:bodyPr/>
          <a:lstStyle/>
          <a:p>
            <a:r>
              <a:rPr lang="en-US"/>
              <a:t>Employee Directory Features:
- Complete employee list
- Search by name functionality
- Department and job role display
- Visual avatars with initials
- Active status indicators</a:t>
            </a:r>
          </a:p>
        </p:txBody>
      </p:sp>
      <p:sp>
        <p:nvSpPr>
          <p:cNvPr id="4" name="Text Placeholder 3">
            <a:extLst>
              <a:ext uri="{FF2B5EF4-FFF2-40B4-BE49-F238E27FC236}">
                <a16:creationId xmlns:a16="http://schemas.microsoft.com/office/drawing/2014/main" id="{51A38145-5E3A-1EDE-5F36-580326421084}"/>
              </a:ext>
            </a:extLst>
          </p:cNvPr>
          <p:cNvSpPr>
            <a:spLocks noGrp="1"/>
          </p:cNvSpPr>
          <p:nvPr>
            <p:ph type="body" idx="29"/>
            <p:custDataLst>
              <p:tags r:id="rId3"/>
            </p:custDataLst>
          </p:nvPr>
        </p:nvSpPr>
        <p:spPr/>
        <p:txBody>
          <a:bodyPr/>
          <a:lstStyle/>
          <a:p>
            <a:r>
              <a:rPr lang="en-US"/>
              <a:t>Employee Selection Dialog:
- Searchable dropdown during visitor registration
- Department filtering
- Job role display for context
- Profile pictures
- Quick selection interface</a:t>
            </a:r>
          </a:p>
        </p:txBody>
      </p:sp>
      <p:sp>
        <p:nvSpPr>
          <p:cNvPr id="5" name="Text Placeholder 4">
            <a:extLst>
              <a:ext uri="{FF2B5EF4-FFF2-40B4-BE49-F238E27FC236}">
                <a16:creationId xmlns:a16="http://schemas.microsoft.com/office/drawing/2014/main" id="{65B7376E-61DD-7F11-F98E-7CE68C4F93C7}"/>
              </a:ext>
            </a:extLst>
          </p:cNvPr>
          <p:cNvSpPr>
            <a:spLocks noGrp="1"/>
          </p:cNvSpPr>
          <p:nvPr>
            <p:ph type="body" idx="31"/>
            <p:custDataLst>
              <p:tags r:id="rId4"/>
            </p:custDataLst>
          </p:nvPr>
        </p:nvSpPr>
        <p:spPr/>
        <p:txBody>
          <a:bodyPr/>
          <a:lstStyle/>
          <a:p>
            <a:r>
              <a:rPr lang="en-US"/>
              <a:t>Employee Directory Features</a:t>
            </a:r>
          </a:p>
        </p:txBody>
      </p:sp>
      <p:sp>
        <p:nvSpPr>
          <p:cNvPr id="6" name="Text Placeholder 5">
            <a:extLst>
              <a:ext uri="{FF2B5EF4-FFF2-40B4-BE49-F238E27FC236}">
                <a16:creationId xmlns:a16="http://schemas.microsoft.com/office/drawing/2014/main" id="{5AD00DCC-7836-3351-43FB-E205F1EBFE33}"/>
              </a:ext>
            </a:extLst>
          </p:cNvPr>
          <p:cNvSpPr>
            <a:spLocks noGrp="1"/>
          </p:cNvSpPr>
          <p:nvPr>
            <p:ph type="body" idx="32"/>
            <p:custDataLst>
              <p:tags r:id="rId5"/>
            </p:custDataLst>
          </p:nvPr>
        </p:nvSpPr>
        <p:spPr/>
        <p:txBody>
          <a:bodyPr/>
          <a:lstStyle/>
          <a:p>
            <a:r>
              <a:rPr lang="en-US"/>
              <a:t>Employee Selection Dialog</a:t>
            </a:r>
          </a:p>
        </p:txBody>
      </p:sp>
      <p:sp>
        <p:nvSpPr>
          <p:cNvPr id="7" name="Text Placeholder 6">
            <a:extLst>
              <a:ext uri="{FF2B5EF4-FFF2-40B4-BE49-F238E27FC236}">
                <a16:creationId xmlns:a16="http://schemas.microsoft.com/office/drawing/2014/main" id="{FD375377-C86E-6834-D60C-A01E476B8F37}"/>
              </a:ext>
            </a:extLst>
          </p:cNvPr>
          <p:cNvSpPr>
            <a:spLocks noGrp="1"/>
          </p:cNvSpPr>
          <p:nvPr>
            <p:ph type="body" idx="33"/>
            <p:custDataLst>
              <p:tags r:id="rId6"/>
            </p:custDataLst>
          </p:nvPr>
        </p:nvSpPr>
        <p:spPr/>
        <p:txBody>
          <a:bodyPr/>
          <a:lstStyle/>
          <a:p>
            <a:r>
              <a:rPr lang="en-US"/>
              <a:t>Employee Information:
- Name, email, phone
- Job role and department
- Profile picture
- Office location
- Join date
- Active status</a:t>
            </a:r>
          </a:p>
        </p:txBody>
      </p:sp>
      <p:sp>
        <p:nvSpPr>
          <p:cNvPr id="8" name="Text Placeholder 7">
            <a:extLst>
              <a:ext uri="{FF2B5EF4-FFF2-40B4-BE49-F238E27FC236}">
                <a16:creationId xmlns:a16="http://schemas.microsoft.com/office/drawing/2014/main" id="{78DA42A8-2FFA-58A2-0FBB-D32DD5E034A7}"/>
              </a:ext>
            </a:extLst>
          </p:cNvPr>
          <p:cNvSpPr>
            <a:spLocks noGrp="1"/>
          </p:cNvSpPr>
          <p:nvPr>
            <p:ph type="body" idx="34"/>
            <p:custDataLst>
              <p:tags r:id="rId7"/>
            </p:custDataLst>
          </p:nvPr>
        </p:nvSpPr>
        <p:spPr/>
        <p:txBody>
          <a:bodyPr/>
          <a:lstStyle/>
          <a:p>
            <a:r>
              <a:rPr lang="en-US"/>
              <a:t>Employee Information</a:t>
            </a:r>
          </a:p>
        </p:txBody>
      </p:sp>
      <p:sp>
        <p:nvSpPr>
          <p:cNvPr id="9" name="Title 8">
            <a:extLst>
              <a:ext uri="{FF2B5EF4-FFF2-40B4-BE49-F238E27FC236}">
                <a16:creationId xmlns:a16="http://schemas.microsoft.com/office/drawing/2014/main" id="{699B927C-573A-6C24-C714-2160B58FCCC3}"/>
              </a:ext>
            </a:extLst>
          </p:cNvPr>
          <p:cNvSpPr>
            <a:spLocks noGrp="1"/>
          </p:cNvSpPr>
          <p:nvPr>
            <p:ph type="title"/>
            <p:custDataLst>
              <p:tags r:id="rId8"/>
            </p:custDataLst>
          </p:nvPr>
        </p:nvSpPr>
        <p:spPr/>
        <p:txBody>
          <a:bodyPr/>
          <a:lstStyle/>
          <a:p>
            <a:r>
              <a:rPr lang="en-US"/>
              <a:t>Employee Directory</a:t>
            </a:r>
          </a:p>
        </p:txBody>
      </p:sp>
    </p:spTree>
    <p:extLst>
      <p:ext uri="{BB962C8B-B14F-4D97-AF65-F5344CB8AC3E}">
        <p14:creationId xmlns:p14="http://schemas.microsoft.com/office/powerpoint/2010/main" val="1934880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6BBAC6-C399-F120-8131-90DB45F96C3C}"/>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2DA9A05B-62AA-A152-01D9-1EFF40BA5C8D}"/>
              </a:ext>
            </a:extLst>
          </p:cNvPr>
          <p:cNvSpPr>
            <a:spLocks noGrp="1"/>
          </p:cNvSpPr>
          <p:nvPr>
            <p:ph type="body" idx="26"/>
            <p:custDataLst>
              <p:tags r:id="rId2"/>
            </p:custDataLst>
          </p:nvPr>
        </p:nvSpPr>
        <p:spPr/>
        <p:txBody>
          <a:bodyPr/>
          <a:lstStyle/>
          <a:p>
            <a:r>
              <a:rPr lang="en-US"/>
              <a:t>Development Approach</a:t>
            </a:r>
          </a:p>
        </p:txBody>
      </p:sp>
      <p:sp>
        <p:nvSpPr>
          <p:cNvPr id="4" name="Title 3">
            <a:extLst>
              <a:ext uri="{FF2B5EF4-FFF2-40B4-BE49-F238E27FC236}">
                <a16:creationId xmlns:a16="http://schemas.microsoft.com/office/drawing/2014/main" id="{041F9FC0-2259-AAA7-CDE0-C36AC6833821}"/>
              </a:ext>
            </a:extLst>
          </p:cNvPr>
          <p:cNvSpPr>
            <a:spLocks noGrp="1"/>
          </p:cNvSpPr>
          <p:nvPr>
            <p:ph type="title"/>
            <p:custDataLst>
              <p:tags r:id="rId3"/>
            </p:custDataLst>
          </p:nvPr>
        </p:nvSpPr>
        <p:spPr/>
        <p:txBody>
          <a:bodyPr/>
          <a:lstStyle/>
          <a:p>
            <a:r>
              <a:rPr lang="en-US"/>
              <a:t>Technical Excellence</a:t>
            </a:r>
          </a:p>
        </p:txBody>
      </p:sp>
      <p:pic>
        <p:nvPicPr>
          <p:cNvPr id="8" name="Picture Placeholder 7">
            <a:extLst>
              <a:ext uri="{FF2B5EF4-FFF2-40B4-BE49-F238E27FC236}">
                <a16:creationId xmlns:a16="http://schemas.microsoft.com/office/drawing/2014/main" id="{E2C2B8B0-9556-189C-4E62-B988D3710BBF}"/>
              </a:ext>
            </a:extLst>
          </p:cNvPr>
          <p:cNvPicPr>
            <a:picLocks noGrp="1" noChangeAspect="1"/>
          </p:cNvPicPr>
          <p:nvPr>
            <p:ph type="pic" sz="quarter" idx="27"/>
            <p:custDataLst>
              <p:tags r:id="rId4"/>
            </p:custDataLst>
          </p:nvPr>
        </p:nvPicPr>
        <p:blipFill>
          <a:blip r:embed="rId7"/>
          <a:srcRect t="19332" b="19332"/>
          <a:stretch>
            <a:fillRect/>
          </a:stretch>
        </p:blipFill>
        <p:spPr/>
      </p:pic>
      <p:sp>
        <p:nvSpPr>
          <p:cNvPr id="6" name="Text Placeholder 5">
            <a:extLst>
              <a:ext uri="{FF2B5EF4-FFF2-40B4-BE49-F238E27FC236}">
                <a16:creationId xmlns:a16="http://schemas.microsoft.com/office/drawing/2014/main" id="{17056DDA-1673-8A09-644B-DC0E473CAB14}"/>
              </a:ext>
            </a:extLst>
          </p:cNvPr>
          <p:cNvSpPr>
            <a:spLocks noGrp="1"/>
          </p:cNvSpPr>
          <p:nvPr>
            <p:ph type="body" idx="25"/>
            <p:custDataLst>
              <p:tags r:id="rId5"/>
            </p:custDataLst>
          </p:nvPr>
        </p:nvSpPr>
        <p:spPr/>
        <p:txBody>
          <a:bodyPr/>
          <a:lstStyle/>
          <a:p>
            <a:r>
              <a:rPr lang="en-US"/>
              <a:t>Development Approach:
Clean Architecture: Separation of concerns, maintainable code
Test-Driven Development (TDD): Quality-first approach
BLoC Pattern: Predictable state management
Dependency Injection: GetIt service locator pattern</a:t>
            </a:r>
          </a:p>
        </p:txBody>
      </p:sp>
    </p:spTree>
    <p:extLst>
      <p:ext uri="{BB962C8B-B14F-4D97-AF65-F5344CB8AC3E}">
        <p14:creationId xmlns:p14="http://schemas.microsoft.com/office/powerpoint/2010/main" val="654654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1A1C75-AF98-69B9-8C42-4D748D79E7FC}"/>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68303B5E-2EE2-5718-4FD4-A0938A4546B6}"/>
              </a:ext>
            </a:extLst>
          </p:cNvPr>
          <p:cNvSpPr>
            <a:spLocks noGrp="1"/>
          </p:cNvSpPr>
          <p:nvPr>
            <p:ph type="body" idx="26"/>
            <p:custDataLst>
              <p:tags r:id="rId2"/>
            </p:custDataLst>
          </p:nvPr>
        </p:nvSpPr>
        <p:spPr/>
        <p:txBody>
          <a:bodyPr/>
          <a:lstStyle/>
          <a:p>
            <a:r>
              <a:rPr lang="en-US"/>
              <a:t>Technical Features</a:t>
            </a:r>
          </a:p>
        </p:txBody>
      </p:sp>
      <p:sp>
        <p:nvSpPr>
          <p:cNvPr id="4" name="Title 3">
            <a:extLst>
              <a:ext uri="{FF2B5EF4-FFF2-40B4-BE49-F238E27FC236}">
                <a16:creationId xmlns:a16="http://schemas.microsoft.com/office/drawing/2014/main" id="{D9065A3A-9FD5-D4A8-BA41-A3AD5C788E53}"/>
              </a:ext>
            </a:extLst>
          </p:cNvPr>
          <p:cNvSpPr>
            <a:spLocks noGrp="1"/>
          </p:cNvSpPr>
          <p:nvPr>
            <p:ph type="title"/>
            <p:custDataLst>
              <p:tags r:id="rId3"/>
            </p:custDataLst>
          </p:nvPr>
        </p:nvSpPr>
        <p:spPr/>
        <p:txBody>
          <a:bodyPr/>
          <a:lstStyle/>
          <a:p>
            <a:r>
              <a:rPr lang="en-US"/>
              <a:t>Key Technical Features</a:t>
            </a:r>
          </a:p>
        </p:txBody>
      </p:sp>
      <p:pic>
        <p:nvPicPr>
          <p:cNvPr id="8" name="Picture Placeholder 7">
            <a:extLst>
              <a:ext uri="{FF2B5EF4-FFF2-40B4-BE49-F238E27FC236}">
                <a16:creationId xmlns:a16="http://schemas.microsoft.com/office/drawing/2014/main" id="{80EB0714-7A18-1B8B-5499-1BB2B1F1406F}"/>
              </a:ext>
            </a:extLst>
          </p:cNvPr>
          <p:cNvPicPr>
            <a:picLocks noGrp="1" noChangeAspect="1"/>
          </p:cNvPicPr>
          <p:nvPr>
            <p:ph type="pic" sz="quarter" idx="27"/>
            <p:custDataLst>
              <p:tags r:id="rId4"/>
            </p:custDataLst>
          </p:nvPr>
        </p:nvPicPr>
        <p:blipFill>
          <a:blip r:embed="rId7"/>
          <a:srcRect l="13834" r="13834"/>
          <a:stretch>
            <a:fillRect/>
          </a:stretch>
        </p:blipFill>
        <p:spPr/>
      </p:pic>
      <p:sp>
        <p:nvSpPr>
          <p:cNvPr id="6" name="Text Placeholder 5">
            <a:extLst>
              <a:ext uri="{FF2B5EF4-FFF2-40B4-BE49-F238E27FC236}">
                <a16:creationId xmlns:a16="http://schemas.microsoft.com/office/drawing/2014/main" id="{0268FB2E-F174-4708-D802-409EBCB4CA0B}"/>
              </a:ext>
            </a:extLst>
          </p:cNvPr>
          <p:cNvSpPr>
            <a:spLocks noGrp="1"/>
          </p:cNvSpPr>
          <p:nvPr>
            <p:ph type="body" idx="25"/>
            <p:custDataLst>
              <p:tags r:id="rId5"/>
            </p:custDataLst>
          </p:nvPr>
        </p:nvSpPr>
        <p:spPr/>
        <p:txBody>
          <a:bodyPr/>
          <a:lstStyle/>
          <a:p>
            <a:r>
              <a:rPr lang="en-US"/>
              <a:t>- Real-time data synchronization with Firestore streams
- Secure authentication with Firebase Auth
- Cloud storage for photos (Firebase Storage)
- Cross-platform support (Android &amp; iOS)
- Responsive UI with Material Design 3
- Centralized error handling
- Offline capability considerations</a:t>
            </a:r>
          </a:p>
        </p:txBody>
      </p:sp>
    </p:spTree>
    <p:extLst>
      <p:ext uri="{BB962C8B-B14F-4D97-AF65-F5344CB8AC3E}">
        <p14:creationId xmlns:p14="http://schemas.microsoft.com/office/powerpoint/2010/main" val="758437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B0AFA5-4370-FFF1-1399-33DA6629A914}"/>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9ED99D6B-FC30-2B4C-8B87-B6471BEE3B10}"/>
              </a:ext>
            </a:extLst>
          </p:cNvPr>
          <p:cNvSpPr>
            <a:spLocks noGrp="1"/>
          </p:cNvSpPr>
          <p:nvPr>
            <p:ph type="body" idx="26"/>
            <p:custDataLst>
              <p:tags r:id="rId2"/>
            </p:custDataLst>
          </p:nvPr>
        </p:nvSpPr>
        <p:spPr/>
        <p:txBody>
          <a:bodyPr/>
          <a:lstStyle/>
          <a:p>
            <a:r>
              <a:rPr lang="en-US"/>
              <a:t>Code Quality Aspects</a:t>
            </a:r>
          </a:p>
        </p:txBody>
      </p:sp>
      <p:sp>
        <p:nvSpPr>
          <p:cNvPr id="4" name="Title 3">
            <a:extLst>
              <a:ext uri="{FF2B5EF4-FFF2-40B4-BE49-F238E27FC236}">
                <a16:creationId xmlns:a16="http://schemas.microsoft.com/office/drawing/2014/main" id="{B542223B-C23C-386B-0987-83E71CA2D94D}"/>
              </a:ext>
            </a:extLst>
          </p:cNvPr>
          <p:cNvSpPr>
            <a:spLocks noGrp="1"/>
          </p:cNvSpPr>
          <p:nvPr>
            <p:ph type="title"/>
            <p:custDataLst>
              <p:tags r:id="rId3"/>
            </p:custDataLst>
          </p:nvPr>
        </p:nvSpPr>
        <p:spPr/>
        <p:txBody>
          <a:bodyPr/>
          <a:lstStyle/>
          <a:p>
            <a:r>
              <a:rPr lang="en-US"/>
              <a:t>Code Quality</a:t>
            </a:r>
          </a:p>
        </p:txBody>
      </p:sp>
      <p:pic>
        <p:nvPicPr>
          <p:cNvPr id="8" name="Picture Placeholder 7">
            <a:extLst>
              <a:ext uri="{FF2B5EF4-FFF2-40B4-BE49-F238E27FC236}">
                <a16:creationId xmlns:a16="http://schemas.microsoft.com/office/drawing/2014/main" id="{F828461A-B556-85C3-DFDD-BFEAFFA08835}"/>
              </a:ext>
            </a:extLst>
          </p:cNvPr>
          <p:cNvPicPr>
            <a:picLocks noGrp="1" noChangeAspect="1"/>
          </p:cNvPicPr>
          <p:nvPr>
            <p:ph type="pic" sz="quarter" idx="27"/>
            <p:custDataLst>
              <p:tags r:id="rId4"/>
            </p:custDataLst>
          </p:nvPr>
        </p:nvPicPr>
        <p:blipFill>
          <a:blip r:embed="rId7"/>
          <a:srcRect l="29337" r="29337"/>
          <a:stretch>
            <a:fillRect/>
          </a:stretch>
        </p:blipFill>
        <p:spPr/>
      </p:pic>
      <p:sp>
        <p:nvSpPr>
          <p:cNvPr id="6" name="Text Placeholder 5">
            <a:extLst>
              <a:ext uri="{FF2B5EF4-FFF2-40B4-BE49-F238E27FC236}">
                <a16:creationId xmlns:a16="http://schemas.microsoft.com/office/drawing/2014/main" id="{0F8CD51A-3616-25A9-4BE2-4A790363FB27}"/>
              </a:ext>
            </a:extLst>
          </p:cNvPr>
          <p:cNvSpPr>
            <a:spLocks noGrp="1"/>
          </p:cNvSpPr>
          <p:nvPr>
            <p:ph type="body" idx="25"/>
            <p:custDataLst>
              <p:tags r:id="rId5"/>
            </p:custDataLst>
          </p:nvPr>
        </p:nvSpPr>
        <p:spPr/>
        <p:txBody>
          <a:bodyPr/>
          <a:lstStyle/>
          <a:p>
            <a:r>
              <a:rPr lang="en-US"/>
              <a:t>- Flutter analyze for code quality
- Consistent formatting
- Comprehensive error handling
- User-friendly error messages</a:t>
            </a:r>
          </a:p>
        </p:txBody>
      </p:sp>
    </p:spTree>
    <p:extLst>
      <p:ext uri="{BB962C8B-B14F-4D97-AF65-F5344CB8AC3E}">
        <p14:creationId xmlns:p14="http://schemas.microsoft.com/office/powerpoint/2010/main" val="1579639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38EAA-4361-0B5A-D820-D1126EB373C7}"/>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120BFE63-1B7D-34F2-CF28-3870007AE0A7}"/>
              </a:ext>
            </a:extLst>
          </p:cNvPr>
          <p:cNvSpPr>
            <a:spLocks noGrp="1"/>
          </p:cNvSpPr>
          <p:nvPr>
            <p:ph type="title"/>
            <p:custDataLst>
              <p:tags r:id="rId2"/>
            </p:custDataLst>
          </p:nvPr>
        </p:nvSpPr>
        <p:spPr/>
        <p:txBody>
          <a:bodyPr/>
          <a:lstStyle/>
          <a:p>
            <a:r>
              <a:rPr lang="en-US"/>
              <a:t>Security Features</a:t>
            </a:r>
          </a:p>
        </p:txBody>
      </p:sp>
      <p:sp>
        <p:nvSpPr>
          <p:cNvPr id="4" name="Text Placeholder 3">
            <a:extLst>
              <a:ext uri="{FF2B5EF4-FFF2-40B4-BE49-F238E27FC236}">
                <a16:creationId xmlns:a16="http://schemas.microsoft.com/office/drawing/2014/main" id="{44C7A49E-665D-E0BD-32EC-E1D040A55F98}"/>
              </a:ext>
            </a:extLst>
          </p:cNvPr>
          <p:cNvSpPr>
            <a:spLocks noGrp="1"/>
          </p:cNvSpPr>
          <p:nvPr>
            <p:ph type="body" idx="25"/>
            <p:custDataLst>
              <p:tags r:id="rId3"/>
            </p:custDataLst>
          </p:nvPr>
        </p:nvSpPr>
        <p:spPr/>
        <p:txBody>
          <a:bodyPr/>
          <a:lstStyle/>
          <a:p>
            <a:r>
              <a:rPr lang="en-US"/>
              <a:t>Firebase Authentication. Secure password handling. Role-based access control. Session management. Persistent login with token management.</a:t>
            </a:r>
          </a:p>
        </p:txBody>
      </p:sp>
      <p:sp>
        <p:nvSpPr>
          <p:cNvPr id="5" name="Text Placeholder 4">
            <a:extLst>
              <a:ext uri="{FF2B5EF4-FFF2-40B4-BE49-F238E27FC236}">
                <a16:creationId xmlns:a16="http://schemas.microsoft.com/office/drawing/2014/main" id="{FE0EF5F4-56B2-89C4-0644-ACA371F0F0AB}"/>
              </a:ext>
            </a:extLst>
          </p:cNvPr>
          <p:cNvSpPr>
            <a:spLocks noGrp="1"/>
          </p:cNvSpPr>
          <p:nvPr>
            <p:ph type="body" idx="29"/>
            <p:custDataLst>
              <p:tags r:id="rId4"/>
            </p:custDataLst>
          </p:nvPr>
        </p:nvSpPr>
        <p:spPr/>
        <p:txBody>
          <a:bodyPr/>
          <a:lstStyle/>
          <a:p>
            <a:r>
              <a:rPr lang="en-US"/>
              <a:t>Cloud Firestore with security rules. Role-based data access. Encrypted data transmission. Secure photo storage. User data privacy.</a:t>
            </a:r>
          </a:p>
        </p:txBody>
      </p:sp>
      <p:sp>
        <p:nvSpPr>
          <p:cNvPr id="6" name="Text Placeholder 5">
            <a:extLst>
              <a:ext uri="{FF2B5EF4-FFF2-40B4-BE49-F238E27FC236}">
                <a16:creationId xmlns:a16="http://schemas.microsoft.com/office/drawing/2014/main" id="{EC58EDE2-F83E-40AE-9EB7-51243BC90108}"/>
              </a:ext>
            </a:extLst>
          </p:cNvPr>
          <p:cNvSpPr>
            <a:spLocks noGrp="1"/>
          </p:cNvSpPr>
          <p:nvPr>
            <p:ph type="body" idx="31"/>
            <p:custDataLst>
              <p:tags r:id="rId5"/>
            </p:custDataLst>
          </p:nvPr>
        </p:nvSpPr>
        <p:spPr/>
        <p:txBody>
          <a:bodyPr/>
          <a:lstStyle/>
          <a:p>
            <a:r>
              <a:rPr lang="en-US"/>
              <a:t>Authentication Security</a:t>
            </a:r>
          </a:p>
        </p:txBody>
      </p:sp>
      <p:sp>
        <p:nvSpPr>
          <p:cNvPr id="7" name="Text Placeholder 6">
            <a:extLst>
              <a:ext uri="{FF2B5EF4-FFF2-40B4-BE49-F238E27FC236}">
                <a16:creationId xmlns:a16="http://schemas.microsoft.com/office/drawing/2014/main" id="{82277F67-794A-838B-F554-A15CEDEF5EA9}"/>
              </a:ext>
            </a:extLst>
          </p:cNvPr>
          <p:cNvSpPr>
            <a:spLocks noGrp="1"/>
          </p:cNvSpPr>
          <p:nvPr>
            <p:ph type="body" idx="32"/>
            <p:custDataLst>
              <p:tags r:id="rId6"/>
            </p:custDataLst>
          </p:nvPr>
        </p:nvSpPr>
        <p:spPr/>
        <p:txBody>
          <a:bodyPr/>
          <a:lstStyle/>
          <a:p>
            <a:r>
              <a:rPr lang="en-US"/>
              <a:t>Data Security</a:t>
            </a:r>
          </a:p>
        </p:txBody>
      </p:sp>
    </p:spTree>
    <p:extLst>
      <p:ext uri="{BB962C8B-B14F-4D97-AF65-F5344CB8AC3E}">
        <p14:creationId xmlns:p14="http://schemas.microsoft.com/office/powerpoint/2010/main" val="2064857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A5535E-35DE-0B0E-0E2C-258FB97C7459}"/>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945365CC-EF46-F364-101D-8CFBBB043AAD}"/>
              </a:ext>
            </a:extLst>
          </p:cNvPr>
          <p:cNvSpPr>
            <a:spLocks noGrp="1"/>
          </p:cNvSpPr>
          <p:nvPr>
            <p:ph type="title"/>
            <p:custDataLst>
              <p:tags r:id="rId2"/>
            </p:custDataLst>
          </p:nvPr>
        </p:nvSpPr>
        <p:spPr/>
        <p:txBody>
          <a:bodyPr/>
          <a:lstStyle/>
          <a:p>
            <a:r>
              <a:rPr lang="en-US"/>
              <a:t>Access &amp; Compliance</a:t>
            </a:r>
          </a:p>
        </p:txBody>
      </p:sp>
      <p:sp>
        <p:nvSpPr>
          <p:cNvPr id="4" name="Text Placeholder 3">
            <a:extLst>
              <a:ext uri="{FF2B5EF4-FFF2-40B4-BE49-F238E27FC236}">
                <a16:creationId xmlns:a16="http://schemas.microsoft.com/office/drawing/2014/main" id="{22C7479D-C522-64D2-C5F6-9278AFE25494}"/>
              </a:ext>
            </a:extLst>
          </p:cNvPr>
          <p:cNvSpPr>
            <a:spLocks noGrp="1"/>
          </p:cNvSpPr>
          <p:nvPr>
            <p:ph type="body" idx="25"/>
            <p:custDataLst>
              <p:tags r:id="rId3"/>
            </p:custDataLst>
          </p:nvPr>
        </p:nvSpPr>
        <p:spPr/>
        <p:txBody>
          <a:bodyPr/>
          <a:lstStyle/>
          <a:p>
            <a:r>
              <a:rPr lang="en-US"/>
              <a:t>Access Control:
- Gatekeepers: Full visitor management access
- Employees: Only their visitor requests
- Isolated data per user role
- Audit trail with timestamps</a:t>
            </a:r>
          </a:p>
        </p:txBody>
      </p:sp>
      <p:sp>
        <p:nvSpPr>
          <p:cNvPr id="5" name="Text Placeholder 4">
            <a:extLst>
              <a:ext uri="{FF2B5EF4-FFF2-40B4-BE49-F238E27FC236}">
                <a16:creationId xmlns:a16="http://schemas.microsoft.com/office/drawing/2014/main" id="{7740F374-CB36-FB0A-3034-FEE88E5620AE}"/>
              </a:ext>
            </a:extLst>
          </p:cNvPr>
          <p:cNvSpPr>
            <a:spLocks noGrp="1"/>
          </p:cNvSpPr>
          <p:nvPr>
            <p:ph type="body" idx="29"/>
            <p:custDataLst>
              <p:tags r:id="rId4"/>
            </p:custDataLst>
          </p:nvPr>
        </p:nvSpPr>
        <p:spPr/>
        <p:txBody>
          <a:bodyPr/>
          <a:lstStyle/>
          <a:p>
            <a:r>
              <a:rPr lang="en-US"/>
              <a:t>Compliance:
- Data stored in secure Firebase infrastructure
- GDPR-compliant data handling
- User consent for photo capture</a:t>
            </a:r>
          </a:p>
        </p:txBody>
      </p:sp>
      <p:sp>
        <p:nvSpPr>
          <p:cNvPr id="6" name="Text Placeholder 5">
            <a:extLst>
              <a:ext uri="{FF2B5EF4-FFF2-40B4-BE49-F238E27FC236}">
                <a16:creationId xmlns:a16="http://schemas.microsoft.com/office/drawing/2014/main" id="{89129CDE-F53C-BD93-58DC-DE5B40896F1E}"/>
              </a:ext>
            </a:extLst>
          </p:cNvPr>
          <p:cNvSpPr>
            <a:spLocks noGrp="1"/>
          </p:cNvSpPr>
          <p:nvPr>
            <p:ph type="body" idx="31"/>
            <p:custDataLst>
              <p:tags r:id="rId5"/>
            </p:custDataLst>
          </p:nvPr>
        </p:nvSpPr>
        <p:spPr/>
        <p:txBody>
          <a:bodyPr/>
          <a:lstStyle/>
          <a:p>
            <a:r>
              <a:rPr lang="en-US"/>
              <a:t>Access Control</a:t>
            </a:r>
          </a:p>
        </p:txBody>
      </p:sp>
      <p:sp>
        <p:nvSpPr>
          <p:cNvPr id="7" name="Text Placeholder 6">
            <a:extLst>
              <a:ext uri="{FF2B5EF4-FFF2-40B4-BE49-F238E27FC236}">
                <a16:creationId xmlns:a16="http://schemas.microsoft.com/office/drawing/2014/main" id="{C4FA8A1E-A4DE-ECE6-F496-B30B8EA114F4}"/>
              </a:ext>
            </a:extLst>
          </p:cNvPr>
          <p:cNvSpPr>
            <a:spLocks noGrp="1"/>
          </p:cNvSpPr>
          <p:nvPr>
            <p:ph type="body" idx="32"/>
            <p:custDataLst>
              <p:tags r:id="rId6"/>
            </p:custDataLst>
          </p:nvPr>
        </p:nvSpPr>
        <p:spPr/>
        <p:txBody>
          <a:bodyPr/>
          <a:lstStyle/>
          <a:p>
            <a:r>
              <a:rPr lang="en-US"/>
              <a:t>Compliance</a:t>
            </a:r>
          </a:p>
        </p:txBody>
      </p:sp>
      <p:pic>
        <p:nvPicPr>
          <p:cNvPr id="10" name="Picture Placeholder 9">
            <a:extLst>
              <a:ext uri="{FF2B5EF4-FFF2-40B4-BE49-F238E27FC236}">
                <a16:creationId xmlns:a16="http://schemas.microsoft.com/office/drawing/2014/main" id="{B05BA59E-C990-D39A-69E4-108FD8506F71}"/>
              </a:ext>
            </a:extLst>
          </p:cNvPr>
          <p:cNvPicPr>
            <a:picLocks noGrp="1" noChangeAspect="1"/>
          </p:cNvPicPr>
          <p:nvPr>
            <p:ph type="pic" sz="quarter" idx="27"/>
            <p:custDataLst>
              <p:tags r:id="rId7"/>
            </p:custDataLst>
          </p:nvPr>
        </p:nvPicPr>
        <p:blipFill>
          <a:blip r:embed="rId9"/>
          <a:srcRect t="23219" b="23219"/>
          <a:stretch>
            <a:fillRect/>
          </a:stretch>
        </p:blipFill>
        <p:spPr/>
      </p:pic>
    </p:spTree>
    <p:extLst>
      <p:ext uri="{BB962C8B-B14F-4D97-AF65-F5344CB8AC3E}">
        <p14:creationId xmlns:p14="http://schemas.microsoft.com/office/powerpoint/2010/main" val="3239435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F3AE80-4A85-CA0B-AB08-944B96FC8899}"/>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027FD28F-C040-FD4F-96ED-9E25EE73E96E}"/>
              </a:ext>
            </a:extLst>
          </p:cNvPr>
          <p:cNvSpPr>
            <a:spLocks noGrp="1"/>
          </p:cNvSpPr>
          <p:nvPr>
            <p:ph type="body" idx="25"/>
            <p:custDataLst>
              <p:tags r:id="rId2"/>
            </p:custDataLst>
          </p:nvPr>
        </p:nvSpPr>
        <p:spPr/>
        <p:txBody>
          <a:bodyPr/>
          <a:lstStyle/>
          <a:p>
            <a:r>
              <a:rPr lang="en-US"/>
              <a:t>For Gatekeepers:
- 60% faster visitor registration with auto-fill
- Reduced data entry errors
- Complete visitor tracking
- Real-time status updates
- Digital record keeping</a:t>
            </a:r>
          </a:p>
        </p:txBody>
      </p:sp>
      <p:sp>
        <p:nvSpPr>
          <p:cNvPr id="4" name="Text Placeholder 3">
            <a:extLst>
              <a:ext uri="{FF2B5EF4-FFF2-40B4-BE49-F238E27FC236}">
                <a16:creationId xmlns:a16="http://schemas.microsoft.com/office/drawing/2014/main" id="{BA7020DF-9333-A343-01D2-16EFA9DBCAD8}"/>
              </a:ext>
            </a:extLst>
          </p:cNvPr>
          <p:cNvSpPr>
            <a:spLocks noGrp="1"/>
          </p:cNvSpPr>
          <p:nvPr>
            <p:ph type="body" idx="29"/>
            <p:custDataLst>
              <p:tags r:id="rId3"/>
            </p:custDataLst>
          </p:nvPr>
        </p:nvSpPr>
        <p:spPr/>
        <p:txBody>
          <a:bodyPr/>
          <a:lstStyle/>
          <a:p>
            <a:r>
              <a:rPr lang="en-US"/>
              <a:t>For Employees:
- Advance notification of visitors
- Mobile approval from anywhere
- No interruptions for unexpected visitors
- Complete visitor information before meeting
- Historical visitor records</a:t>
            </a:r>
          </a:p>
        </p:txBody>
      </p:sp>
      <p:sp>
        <p:nvSpPr>
          <p:cNvPr id="5" name="Text Placeholder 4">
            <a:extLst>
              <a:ext uri="{FF2B5EF4-FFF2-40B4-BE49-F238E27FC236}">
                <a16:creationId xmlns:a16="http://schemas.microsoft.com/office/drawing/2014/main" id="{A05723F9-79FB-1A2E-C222-8F4ED4F0521A}"/>
              </a:ext>
            </a:extLst>
          </p:cNvPr>
          <p:cNvSpPr>
            <a:spLocks noGrp="1"/>
          </p:cNvSpPr>
          <p:nvPr>
            <p:ph type="body" idx="31"/>
            <p:custDataLst>
              <p:tags r:id="rId4"/>
            </p:custDataLst>
          </p:nvPr>
        </p:nvSpPr>
        <p:spPr/>
        <p:txBody>
          <a:bodyPr/>
          <a:lstStyle/>
          <a:p>
            <a:r>
              <a:rPr lang="en-US"/>
              <a:t>For Gatekeepers</a:t>
            </a:r>
          </a:p>
        </p:txBody>
      </p:sp>
      <p:sp>
        <p:nvSpPr>
          <p:cNvPr id="6" name="Text Placeholder 5">
            <a:extLst>
              <a:ext uri="{FF2B5EF4-FFF2-40B4-BE49-F238E27FC236}">
                <a16:creationId xmlns:a16="http://schemas.microsoft.com/office/drawing/2014/main" id="{971395E4-4650-EECE-BE76-F255AD3FCC5A}"/>
              </a:ext>
            </a:extLst>
          </p:cNvPr>
          <p:cNvSpPr>
            <a:spLocks noGrp="1"/>
          </p:cNvSpPr>
          <p:nvPr>
            <p:ph type="body" idx="32"/>
            <p:custDataLst>
              <p:tags r:id="rId5"/>
            </p:custDataLst>
          </p:nvPr>
        </p:nvSpPr>
        <p:spPr/>
        <p:txBody>
          <a:bodyPr/>
          <a:lstStyle/>
          <a:p>
            <a:r>
              <a:rPr lang="en-US"/>
              <a:t>For Employees</a:t>
            </a:r>
          </a:p>
        </p:txBody>
      </p:sp>
      <p:sp>
        <p:nvSpPr>
          <p:cNvPr id="7" name="Text Placeholder 6">
            <a:extLst>
              <a:ext uri="{FF2B5EF4-FFF2-40B4-BE49-F238E27FC236}">
                <a16:creationId xmlns:a16="http://schemas.microsoft.com/office/drawing/2014/main" id="{CBE8C3BB-5636-AF38-5617-41C7DB1204F9}"/>
              </a:ext>
            </a:extLst>
          </p:cNvPr>
          <p:cNvSpPr>
            <a:spLocks noGrp="1"/>
          </p:cNvSpPr>
          <p:nvPr>
            <p:ph type="body" idx="33"/>
            <p:custDataLst>
              <p:tags r:id="rId6"/>
            </p:custDataLst>
          </p:nvPr>
        </p:nvSpPr>
        <p:spPr/>
        <p:txBody>
          <a:bodyPr/>
          <a:lstStyle/>
          <a:p>
            <a:r>
              <a:rPr lang="en-US"/>
              <a:t>For the Organization:
- Enhanced security and access control
- Digital audit trail
- Real-time analytics and reporting
- Professional visitor experience
- Reduced paper waste and manual processes
- Scalable solution for growth</a:t>
            </a:r>
          </a:p>
        </p:txBody>
      </p:sp>
      <p:sp>
        <p:nvSpPr>
          <p:cNvPr id="8" name="Text Placeholder 7">
            <a:extLst>
              <a:ext uri="{FF2B5EF4-FFF2-40B4-BE49-F238E27FC236}">
                <a16:creationId xmlns:a16="http://schemas.microsoft.com/office/drawing/2014/main" id="{C6FB4A4F-F457-544B-0025-B779A19A4CCA}"/>
              </a:ext>
            </a:extLst>
          </p:cNvPr>
          <p:cNvSpPr>
            <a:spLocks noGrp="1"/>
          </p:cNvSpPr>
          <p:nvPr>
            <p:ph type="body" idx="34"/>
            <p:custDataLst>
              <p:tags r:id="rId7"/>
            </p:custDataLst>
          </p:nvPr>
        </p:nvSpPr>
        <p:spPr/>
        <p:txBody>
          <a:bodyPr/>
          <a:lstStyle/>
          <a:p>
            <a:r>
              <a:rPr lang="en-US"/>
              <a:t>For the Organization</a:t>
            </a:r>
          </a:p>
        </p:txBody>
      </p:sp>
      <p:sp>
        <p:nvSpPr>
          <p:cNvPr id="9" name="Title 8">
            <a:extLst>
              <a:ext uri="{FF2B5EF4-FFF2-40B4-BE49-F238E27FC236}">
                <a16:creationId xmlns:a16="http://schemas.microsoft.com/office/drawing/2014/main" id="{4D5015D7-BA11-95BA-2D35-1FEF1669589B}"/>
              </a:ext>
            </a:extLst>
          </p:cNvPr>
          <p:cNvSpPr>
            <a:spLocks noGrp="1"/>
          </p:cNvSpPr>
          <p:nvPr>
            <p:ph type="title"/>
            <p:custDataLst>
              <p:tags r:id="rId8"/>
            </p:custDataLst>
          </p:nvPr>
        </p:nvSpPr>
        <p:spPr/>
        <p:txBody>
          <a:bodyPr/>
          <a:lstStyle/>
          <a:p>
            <a:r>
              <a:rPr lang="en-US"/>
              <a:t>Benefits by Stakeholder</a:t>
            </a:r>
          </a:p>
        </p:txBody>
      </p:sp>
    </p:spTree>
    <p:extLst>
      <p:ext uri="{BB962C8B-B14F-4D97-AF65-F5344CB8AC3E}">
        <p14:creationId xmlns:p14="http://schemas.microsoft.com/office/powerpoint/2010/main" val="3215179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F9672A-9135-B2DE-3299-590BCE47F433}"/>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3C8C5B17-CA69-0264-FF2A-62247953A883}"/>
              </a:ext>
            </a:extLst>
          </p:cNvPr>
          <p:cNvSpPr>
            <a:spLocks noGrp="1"/>
          </p:cNvSpPr>
          <p:nvPr>
            <p:ph type="body" idx="26"/>
            <p:custDataLst>
              <p:tags r:id="rId2"/>
            </p:custDataLst>
          </p:nvPr>
        </p:nvSpPr>
        <p:spPr/>
        <p:txBody>
          <a:bodyPr/>
          <a:lstStyle/>
          <a:p>
            <a:r>
              <a:rPr lang="en-US"/>
              <a:t>Planned Features</a:t>
            </a:r>
          </a:p>
        </p:txBody>
      </p:sp>
      <p:sp>
        <p:nvSpPr>
          <p:cNvPr id="4" name="Title 3">
            <a:extLst>
              <a:ext uri="{FF2B5EF4-FFF2-40B4-BE49-F238E27FC236}">
                <a16:creationId xmlns:a16="http://schemas.microsoft.com/office/drawing/2014/main" id="{C91C67B2-1E9B-8748-8E10-BEA22F5C57AC}"/>
              </a:ext>
            </a:extLst>
          </p:cNvPr>
          <p:cNvSpPr>
            <a:spLocks noGrp="1"/>
          </p:cNvSpPr>
          <p:nvPr>
            <p:ph type="title"/>
            <p:custDataLst>
              <p:tags r:id="rId3"/>
            </p:custDataLst>
          </p:nvPr>
        </p:nvSpPr>
        <p:spPr/>
        <p:txBody>
          <a:bodyPr/>
          <a:lstStyle/>
          <a:p>
            <a:r>
              <a:rPr lang="en-US"/>
              <a:t>Roadmap &amp; Vision</a:t>
            </a:r>
          </a:p>
        </p:txBody>
      </p:sp>
      <p:pic>
        <p:nvPicPr>
          <p:cNvPr id="8" name="Picture Placeholder 7">
            <a:extLst>
              <a:ext uri="{FF2B5EF4-FFF2-40B4-BE49-F238E27FC236}">
                <a16:creationId xmlns:a16="http://schemas.microsoft.com/office/drawing/2014/main" id="{E2E7AA56-F7D5-A7F0-061A-22B21C7E8842}"/>
              </a:ext>
            </a:extLst>
          </p:cNvPr>
          <p:cNvPicPr>
            <a:picLocks noGrp="1" noChangeAspect="1"/>
          </p:cNvPicPr>
          <p:nvPr>
            <p:ph type="pic" sz="quarter" idx="27"/>
            <p:custDataLst>
              <p:tags r:id="rId4"/>
            </p:custDataLst>
          </p:nvPr>
        </p:nvPicPr>
        <p:blipFill>
          <a:blip r:embed="rId7"/>
          <a:srcRect l="9241" r="9241"/>
          <a:stretch>
            <a:fillRect/>
          </a:stretch>
        </p:blipFill>
        <p:spPr/>
      </p:pic>
      <p:sp>
        <p:nvSpPr>
          <p:cNvPr id="6" name="Text Placeholder 5">
            <a:extLst>
              <a:ext uri="{FF2B5EF4-FFF2-40B4-BE49-F238E27FC236}">
                <a16:creationId xmlns:a16="http://schemas.microsoft.com/office/drawing/2014/main" id="{009D9397-239F-EF4D-F197-280DCF356B77}"/>
              </a:ext>
            </a:extLst>
          </p:cNvPr>
          <p:cNvSpPr>
            <a:spLocks noGrp="1"/>
          </p:cNvSpPr>
          <p:nvPr>
            <p:ph type="body" idx="25"/>
            <p:custDataLst>
              <p:tags r:id="rId5"/>
            </p:custDataLst>
          </p:nvPr>
        </p:nvSpPr>
        <p:spPr/>
        <p:txBody>
          <a:bodyPr/>
          <a:lstStyle/>
          <a:p>
            <a:r>
              <a:rPr lang="en-US"/>
              <a:t>Short-Term:
- Check-in/Check-out functionality
- Visitor ID card printing
- QR code generation for approved visitors
- SMS notifications for visitors
- Visitor pre-registration portal
Medium-Term:
- Analytics dashboard with charts and graphs
- Export visitor reports (PDF, Excel)
- Multi-location support
- Visitor badge printing integration
-</a:t>
            </a:r>
          </a:p>
        </p:txBody>
      </p:sp>
    </p:spTree>
    <p:extLst>
      <p:ext uri="{BB962C8B-B14F-4D97-AF65-F5344CB8AC3E}">
        <p14:creationId xmlns:p14="http://schemas.microsoft.com/office/powerpoint/2010/main" val="494217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1C56F7-9BE3-BF87-2054-0D40B2D42BE5}"/>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AC1AC5E8-878D-A1B8-2B59-3B2361CCF37D}"/>
              </a:ext>
            </a:extLst>
          </p:cNvPr>
          <p:cNvSpPr>
            <a:spLocks noGrp="1"/>
          </p:cNvSpPr>
          <p:nvPr>
            <p:ph type="body" idx="26"/>
            <p:custDataLst>
              <p:tags r:id="rId2"/>
            </p:custDataLst>
          </p:nvPr>
        </p:nvSpPr>
        <p:spPr/>
        <p:txBody>
          <a:bodyPr/>
          <a:lstStyle/>
          <a:p>
            <a:r>
              <a:rPr lang="en-US"/>
              <a:t>Visitor Management Features</a:t>
            </a:r>
          </a:p>
        </p:txBody>
      </p:sp>
      <p:sp>
        <p:nvSpPr>
          <p:cNvPr id="4" name="Title 3">
            <a:extLst>
              <a:ext uri="{FF2B5EF4-FFF2-40B4-BE49-F238E27FC236}">
                <a16:creationId xmlns:a16="http://schemas.microsoft.com/office/drawing/2014/main" id="{FCAE657F-E871-6C66-0074-CE86240DC240}"/>
              </a:ext>
            </a:extLst>
          </p:cNvPr>
          <p:cNvSpPr>
            <a:spLocks noGrp="1"/>
          </p:cNvSpPr>
          <p:nvPr>
            <p:ph type="title"/>
            <p:custDataLst>
              <p:tags r:id="rId3"/>
            </p:custDataLst>
          </p:nvPr>
        </p:nvSpPr>
        <p:spPr/>
        <p:txBody>
          <a:bodyPr/>
          <a:lstStyle/>
          <a:p>
            <a:r>
              <a:rPr lang="en-US"/>
              <a:t>E-Pravesh Visitor Management</a:t>
            </a:r>
          </a:p>
        </p:txBody>
      </p:sp>
      <p:pic>
        <p:nvPicPr>
          <p:cNvPr id="8" name="Picture Placeholder 7">
            <a:extLst>
              <a:ext uri="{FF2B5EF4-FFF2-40B4-BE49-F238E27FC236}">
                <a16:creationId xmlns:a16="http://schemas.microsoft.com/office/drawing/2014/main" id="{44B64C3B-DEFE-2036-9387-DAEC1E1ED6E7}"/>
              </a:ext>
            </a:extLst>
          </p:cNvPr>
          <p:cNvPicPr>
            <a:picLocks noGrp="1" noChangeAspect="1"/>
          </p:cNvPicPr>
          <p:nvPr>
            <p:ph type="pic" sz="quarter" idx="27"/>
            <p:custDataLst>
              <p:tags r:id="rId4"/>
            </p:custDataLst>
          </p:nvPr>
        </p:nvPicPr>
        <p:blipFill>
          <a:blip r:embed="rId7"/>
          <a:srcRect t="19240" b="19240"/>
          <a:stretch>
            <a:fillRect/>
          </a:stretch>
        </p:blipFill>
        <p:spPr/>
      </p:pic>
      <p:sp>
        <p:nvSpPr>
          <p:cNvPr id="6" name="Text Placeholder 5">
            <a:extLst>
              <a:ext uri="{FF2B5EF4-FFF2-40B4-BE49-F238E27FC236}">
                <a16:creationId xmlns:a16="http://schemas.microsoft.com/office/drawing/2014/main" id="{DE288A7F-71C6-0026-0B28-D494F1CF9ACE}"/>
              </a:ext>
            </a:extLst>
          </p:cNvPr>
          <p:cNvSpPr>
            <a:spLocks noGrp="1"/>
          </p:cNvSpPr>
          <p:nvPr>
            <p:ph type="body" idx="25"/>
            <p:custDataLst>
              <p:tags r:id="rId5"/>
            </p:custDataLst>
          </p:nvPr>
        </p:nvSpPr>
        <p:spPr/>
        <p:txBody>
          <a:bodyPr/>
          <a:lstStyle/>
          <a:p>
            <a:r>
              <a:rPr lang="en-US"/>
              <a:t>E-Pravesh revolutionizes institutional visitor management with:
- Smart, efficient registration
- Real-time notifications
- Complete visitor tracking
- Professional, secure solution</a:t>
            </a:r>
          </a:p>
        </p:txBody>
      </p:sp>
    </p:spTree>
    <p:extLst>
      <p:ext uri="{BB962C8B-B14F-4D97-AF65-F5344CB8AC3E}">
        <p14:creationId xmlns:p14="http://schemas.microsoft.com/office/powerpoint/2010/main" val="1228422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459DD2-5F52-777C-56F6-85928E88EBBB}"/>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E3856406-1872-70EB-9A18-0A16F6F43200}"/>
              </a:ext>
            </a:extLst>
          </p:cNvPr>
          <p:cNvSpPr>
            <a:spLocks noGrp="1"/>
          </p:cNvSpPr>
          <p:nvPr>
            <p:ph type="body" idx="26"/>
            <p:custDataLst>
              <p:tags r:id="rId2"/>
            </p:custDataLst>
          </p:nvPr>
        </p:nvSpPr>
        <p:spPr/>
        <p:txBody>
          <a:bodyPr/>
          <a:lstStyle/>
          <a:p>
            <a:r>
              <a:rPr lang="en-US"/>
              <a:t>Achievements Overview</a:t>
            </a:r>
          </a:p>
        </p:txBody>
      </p:sp>
      <p:sp>
        <p:nvSpPr>
          <p:cNvPr id="4" name="Title 3">
            <a:extLst>
              <a:ext uri="{FF2B5EF4-FFF2-40B4-BE49-F238E27FC236}">
                <a16:creationId xmlns:a16="http://schemas.microsoft.com/office/drawing/2014/main" id="{55E30BCB-A132-97FA-EF3E-A51FAD2890A9}"/>
              </a:ext>
            </a:extLst>
          </p:cNvPr>
          <p:cNvSpPr>
            <a:spLocks noGrp="1"/>
          </p:cNvSpPr>
          <p:nvPr>
            <p:ph type="title"/>
            <p:custDataLst>
              <p:tags r:id="rId3"/>
            </p:custDataLst>
          </p:nvPr>
        </p:nvSpPr>
        <p:spPr/>
        <p:txBody>
          <a:bodyPr/>
          <a:lstStyle/>
          <a:p>
            <a:r>
              <a:rPr lang="en-US"/>
              <a:t>Key Achievements</a:t>
            </a:r>
          </a:p>
        </p:txBody>
      </p:sp>
      <p:pic>
        <p:nvPicPr>
          <p:cNvPr id="8" name="Picture Placeholder 7">
            <a:extLst>
              <a:ext uri="{FF2B5EF4-FFF2-40B4-BE49-F238E27FC236}">
                <a16:creationId xmlns:a16="http://schemas.microsoft.com/office/drawing/2014/main" id="{14B9FEE6-9B17-CE53-5757-EA0BCF543D96}"/>
              </a:ext>
            </a:extLst>
          </p:cNvPr>
          <p:cNvPicPr>
            <a:picLocks noGrp="1" noChangeAspect="1"/>
          </p:cNvPicPr>
          <p:nvPr>
            <p:ph type="pic" sz="quarter" idx="27"/>
            <p:custDataLst>
              <p:tags r:id="rId4"/>
            </p:custDataLst>
          </p:nvPr>
        </p:nvPicPr>
        <p:blipFill>
          <a:blip r:embed="rId7"/>
          <a:srcRect l="3508" r="3508"/>
          <a:stretch>
            <a:fillRect/>
          </a:stretch>
        </p:blipFill>
        <p:spPr/>
      </p:pic>
      <p:sp>
        <p:nvSpPr>
          <p:cNvPr id="6" name="Text Placeholder 5">
            <a:extLst>
              <a:ext uri="{FF2B5EF4-FFF2-40B4-BE49-F238E27FC236}">
                <a16:creationId xmlns:a16="http://schemas.microsoft.com/office/drawing/2014/main" id="{1D5B21AA-3061-8478-5269-7EAAC831DFDB}"/>
              </a:ext>
            </a:extLst>
          </p:cNvPr>
          <p:cNvSpPr>
            <a:spLocks noGrp="1"/>
          </p:cNvSpPr>
          <p:nvPr>
            <p:ph type="body" idx="25"/>
            <p:custDataLst>
              <p:tags r:id="rId5"/>
            </p:custDataLst>
          </p:nvPr>
        </p:nvSpPr>
        <p:spPr/>
        <p:txBody>
          <a:bodyPr/>
          <a:lstStyle/>
          <a:p>
            <a:r>
              <a:rPr lang="en-US"/>
              <a:t>- 7 feature modules
- 78+ Dart files
- Clean Architecture implementation
- Cross-platform mobile app (Android &amp; iOS)
- Enterprise-ready solution
- Powered by Flutter &amp; Firebase</a:t>
            </a:r>
          </a:p>
        </p:txBody>
      </p:sp>
    </p:spTree>
    <p:extLst>
      <p:ext uri="{BB962C8B-B14F-4D97-AF65-F5344CB8AC3E}">
        <p14:creationId xmlns:p14="http://schemas.microsoft.com/office/powerpoint/2010/main" val="615306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D4080E-366D-5D4D-1240-FB4650E09EC9}"/>
              </a:ext>
            </a:extLst>
          </p:cNvPr>
          <p:cNvSpPr>
            <a:spLocks noGrp="1"/>
          </p:cNvSpPr>
          <p:nvPr>
            <p:ph type="body" sz="quarter" idx="22"/>
            <p:custDataLst>
              <p:tags r:id="rId1"/>
            </p:custDataLst>
          </p:nvPr>
        </p:nvSpPr>
        <p:spPr/>
        <p:txBody>
          <a:bodyPr/>
          <a:lstStyle/>
          <a:p>
            <a:r>
              <a:rPr lang="en-US"/>
              <a:t>E-Pravesh</a:t>
            </a:r>
          </a:p>
        </p:txBody>
      </p:sp>
      <p:sp>
        <p:nvSpPr>
          <p:cNvPr id="3" name="Title 2">
            <a:extLst>
              <a:ext uri="{FF2B5EF4-FFF2-40B4-BE49-F238E27FC236}">
                <a16:creationId xmlns:a16="http://schemas.microsoft.com/office/drawing/2014/main" id="{E0CC225D-AF23-570C-0BF1-FA75644E8F4B}"/>
              </a:ext>
            </a:extLst>
          </p:cNvPr>
          <p:cNvSpPr>
            <a:spLocks noGrp="1"/>
          </p:cNvSpPr>
          <p:nvPr>
            <p:ph type="title"/>
            <p:custDataLst>
              <p:tags r:id="rId2"/>
            </p:custDataLst>
          </p:nvPr>
        </p:nvSpPr>
        <p:spPr/>
        <p:txBody>
          <a:bodyPr/>
          <a:lstStyle/>
          <a:p>
            <a:r>
              <a:rPr lang="en-US"/>
              <a:t>Contact &amp; Identity</a:t>
            </a:r>
          </a:p>
        </p:txBody>
      </p:sp>
      <p:sp>
        <p:nvSpPr>
          <p:cNvPr id="4" name="Text Placeholder 3">
            <a:extLst>
              <a:ext uri="{FF2B5EF4-FFF2-40B4-BE49-F238E27FC236}">
                <a16:creationId xmlns:a16="http://schemas.microsoft.com/office/drawing/2014/main" id="{FBBC74C7-21CC-AC3F-D146-E47F4449840A}"/>
              </a:ext>
            </a:extLst>
          </p:cNvPr>
          <p:cNvSpPr>
            <a:spLocks noGrp="1"/>
          </p:cNvSpPr>
          <p:nvPr>
            <p:ph type="body" idx="27"/>
            <p:custDataLst>
              <p:tags r:id="rId3"/>
            </p:custDataLst>
          </p:nvPr>
        </p:nvSpPr>
        <p:spPr/>
        <p:txBody>
          <a:bodyPr/>
          <a:lstStyle/>
          <a:p>
            <a:r>
              <a:rPr lang="en-US"/>
              <a:t>Website</a:t>
            </a:r>
          </a:p>
        </p:txBody>
      </p:sp>
      <p:sp>
        <p:nvSpPr>
          <p:cNvPr id="5" name="Text Placeholder 4">
            <a:extLst>
              <a:ext uri="{FF2B5EF4-FFF2-40B4-BE49-F238E27FC236}">
                <a16:creationId xmlns:a16="http://schemas.microsoft.com/office/drawing/2014/main" id="{5035ED70-5DFC-378B-1BCA-29A34F75C6F4}"/>
              </a:ext>
            </a:extLst>
          </p:cNvPr>
          <p:cNvSpPr>
            <a:spLocks noGrp="1"/>
          </p:cNvSpPr>
          <p:nvPr>
            <p:ph type="body" idx="28"/>
            <p:custDataLst>
              <p:tags r:id="rId4"/>
            </p:custDataLst>
          </p:nvPr>
        </p:nvSpPr>
        <p:spPr/>
        <p:txBody>
          <a:bodyPr/>
          <a:lstStyle/>
          <a:p>
            <a:endParaRPr lang="en-US"/>
          </a:p>
        </p:txBody>
      </p:sp>
      <p:sp>
        <p:nvSpPr>
          <p:cNvPr id="6" name="Text Placeholder 5">
            <a:extLst>
              <a:ext uri="{FF2B5EF4-FFF2-40B4-BE49-F238E27FC236}">
                <a16:creationId xmlns:a16="http://schemas.microsoft.com/office/drawing/2014/main" id="{2D78D914-FD83-A41C-DC08-391DAED9E9DA}"/>
              </a:ext>
            </a:extLst>
          </p:cNvPr>
          <p:cNvSpPr>
            <a:spLocks noGrp="1"/>
          </p:cNvSpPr>
          <p:nvPr>
            <p:ph type="body" idx="29"/>
            <p:custDataLst>
              <p:tags r:id="rId5"/>
            </p:custDataLst>
          </p:nvPr>
        </p:nvSpPr>
        <p:spPr/>
        <p:txBody>
          <a:bodyPr/>
          <a:lstStyle/>
          <a:p>
            <a:r>
              <a:rPr lang="en-US"/>
              <a:t>Email</a:t>
            </a:r>
          </a:p>
        </p:txBody>
      </p:sp>
      <p:sp>
        <p:nvSpPr>
          <p:cNvPr id="7" name="Text Placeholder 6">
            <a:extLst>
              <a:ext uri="{FF2B5EF4-FFF2-40B4-BE49-F238E27FC236}">
                <a16:creationId xmlns:a16="http://schemas.microsoft.com/office/drawing/2014/main" id="{5A2AD452-D43C-9491-2722-90BA777C5C76}"/>
              </a:ext>
            </a:extLst>
          </p:cNvPr>
          <p:cNvSpPr>
            <a:spLocks noGrp="1"/>
          </p:cNvSpPr>
          <p:nvPr>
            <p:ph type="body" idx="30"/>
            <p:custDataLst>
              <p:tags r:id="rId6"/>
            </p:custDataLst>
          </p:nvPr>
        </p:nvSpPr>
        <p:spPr/>
        <p:txBody>
          <a:bodyPr/>
          <a:lstStyle/>
          <a:p>
            <a:endParaRPr lang="en-US"/>
          </a:p>
        </p:txBody>
      </p:sp>
      <p:sp>
        <p:nvSpPr>
          <p:cNvPr id="8" name="Text Placeholder 7">
            <a:extLst>
              <a:ext uri="{FF2B5EF4-FFF2-40B4-BE49-F238E27FC236}">
                <a16:creationId xmlns:a16="http://schemas.microsoft.com/office/drawing/2014/main" id="{31ADFF33-BB3D-DB2E-54EF-A1865641EA68}"/>
              </a:ext>
            </a:extLst>
          </p:cNvPr>
          <p:cNvSpPr>
            <a:spLocks noGrp="1"/>
          </p:cNvSpPr>
          <p:nvPr>
            <p:ph type="body" idx="31"/>
            <p:custDataLst>
              <p:tags r:id="rId7"/>
            </p:custDataLst>
          </p:nvPr>
        </p:nvSpPr>
        <p:spPr/>
        <p:txBody>
          <a:bodyPr/>
          <a:lstStyle/>
          <a:p>
            <a:r>
              <a:rPr lang="en-US"/>
              <a:t>Phone</a:t>
            </a:r>
          </a:p>
        </p:txBody>
      </p:sp>
      <p:sp>
        <p:nvSpPr>
          <p:cNvPr id="9" name="Text Placeholder 8">
            <a:extLst>
              <a:ext uri="{FF2B5EF4-FFF2-40B4-BE49-F238E27FC236}">
                <a16:creationId xmlns:a16="http://schemas.microsoft.com/office/drawing/2014/main" id="{02AA7F41-6093-7D69-5EF1-CBCF6F73FED6}"/>
              </a:ext>
            </a:extLst>
          </p:cNvPr>
          <p:cNvSpPr>
            <a:spLocks noGrp="1"/>
          </p:cNvSpPr>
          <p:nvPr>
            <p:ph type="body" idx="32"/>
            <p:custDataLst>
              <p:tags r:id="rId8"/>
            </p:custDataLst>
          </p:nvPr>
        </p:nvSpPr>
        <p:spPr/>
        <p:txBody>
          <a:bodyPr/>
          <a:lstStyle/>
          <a:p>
            <a:endParaRPr lang="en-US"/>
          </a:p>
        </p:txBody>
      </p:sp>
      <p:sp>
        <p:nvSpPr>
          <p:cNvPr id="10" name="Text Placeholder 9">
            <a:extLst>
              <a:ext uri="{FF2B5EF4-FFF2-40B4-BE49-F238E27FC236}">
                <a16:creationId xmlns:a16="http://schemas.microsoft.com/office/drawing/2014/main" id="{DF6DA8F2-072A-8EF6-4FE9-995D42894CC8}"/>
              </a:ext>
            </a:extLst>
          </p:cNvPr>
          <p:cNvSpPr>
            <a:spLocks noGrp="1"/>
          </p:cNvSpPr>
          <p:nvPr>
            <p:ph type="body" idx="33"/>
            <p:custDataLst>
              <p:tags r:id="rId9"/>
            </p:custDataLst>
          </p:nvPr>
        </p:nvSpPr>
        <p:spPr/>
        <p:txBody>
          <a:bodyPr/>
          <a:lstStyle/>
          <a:p>
            <a:r>
              <a:rPr lang="en-US"/>
              <a:t>Location</a:t>
            </a:r>
          </a:p>
        </p:txBody>
      </p:sp>
      <p:sp>
        <p:nvSpPr>
          <p:cNvPr id="11" name="Text Placeholder 10">
            <a:extLst>
              <a:ext uri="{FF2B5EF4-FFF2-40B4-BE49-F238E27FC236}">
                <a16:creationId xmlns:a16="http://schemas.microsoft.com/office/drawing/2014/main" id="{4C91AAA4-D524-9B8D-67C9-D148CDADD835}"/>
              </a:ext>
            </a:extLst>
          </p:cNvPr>
          <p:cNvSpPr>
            <a:spLocks noGrp="1"/>
          </p:cNvSpPr>
          <p:nvPr>
            <p:ph type="body" idx="34"/>
            <p:custDataLst>
              <p:tags r:id="rId10"/>
            </p:custDataLst>
          </p:nvPr>
        </p:nvSpPr>
        <p:spPr/>
        <p:txBody>
          <a:bodyPr/>
          <a:lstStyle/>
          <a:p>
            <a:endParaRPr lang="en-US"/>
          </a:p>
        </p:txBody>
      </p:sp>
    </p:spTree>
    <p:extLst>
      <p:ext uri="{BB962C8B-B14F-4D97-AF65-F5344CB8AC3E}">
        <p14:creationId xmlns:p14="http://schemas.microsoft.com/office/powerpoint/2010/main" val="116326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73480C-A22F-1CE1-0D1E-AF57F65BDF73}"/>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AD1607F9-9864-0D0E-6268-3FC57E86BA34}"/>
              </a:ext>
            </a:extLst>
          </p:cNvPr>
          <p:cNvSpPr>
            <a:spLocks noGrp="1"/>
          </p:cNvSpPr>
          <p:nvPr>
            <p:ph type="body" idx="26"/>
            <p:custDataLst>
              <p:tags r:id="rId2"/>
            </p:custDataLst>
          </p:nvPr>
        </p:nvSpPr>
        <p:spPr/>
        <p:txBody>
          <a:bodyPr/>
          <a:lstStyle/>
          <a:p>
            <a:r>
              <a:rPr lang="en-US"/>
              <a:t>Next Steps</a:t>
            </a:r>
          </a:p>
        </p:txBody>
      </p:sp>
      <p:sp>
        <p:nvSpPr>
          <p:cNvPr id="4" name="Title 3">
            <a:extLst>
              <a:ext uri="{FF2B5EF4-FFF2-40B4-BE49-F238E27FC236}">
                <a16:creationId xmlns:a16="http://schemas.microsoft.com/office/drawing/2014/main" id="{F88C1CB9-654A-E77E-4DC1-777266710A19}"/>
              </a:ext>
            </a:extLst>
          </p:cNvPr>
          <p:cNvSpPr>
            <a:spLocks noGrp="1"/>
          </p:cNvSpPr>
          <p:nvPr>
            <p:ph type="title"/>
            <p:custDataLst>
              <p:tags r:id="rId3"/>
            </p:custDataLst>
          </p:nvPr>
        </p:nvSpPr>
        <p:spPr/>
        <p:txBody>
          <a:bodyPr/>
          <a:lstStyle/>
          <a:p>
            <a:r>
              <a:rPr lang="en-US"/>
              <a:t>Call to Action</a:t>
            </a:r>
          </a:p>
        </p:txBody>
      </p:sp>
      <p:pic>
        <p:nvPicPr>
          <p:cNvPr id="8" name="Picture Placeholder 7">
            <a:extLst>
              <a:ext uri="{FF2B5EF4-FFF2-40B4-BE49-F238E27FC236}">
                <a16:creationId xmlns:a16="http://schemas.microsoft.com/office/drawing/2014/main" id="{66C5EBD3-A338-5282-DF3E-268AC3F5D501}"/>
              </a:ext>
            </a:extLst>
          </p:cNvPr>
          <p:cNvPicPr>
            <a:picLocks noGrp="1" noChangeAspect="1"/>
          </p:cNvPicPr>
          <p:nvPr>
            <p:ph type="pic" sz="quarter" idx="27"/>
            <p:custDataLst>
              <p:tags r:id="rId4"/>
            </p:custDataLst>
          </p:nvPr>
        </p:nvPicPr>
        <p:blipFill>
          <a:blip r:embed="rId7"/>
          <a:srcRect t="24097" b="24097"/>
          <a:stretch>
            <a:fillRect/>
          </a:stretch>
        </p:blipFill>
        <p:spPr/>
      </p:pic>
      <p:sp>
        <p:nvSpPr>
          <p:cNvPr id="6" name="Text Placeholder 5">
            <a:extLst>
              <a:ext uri="{FF2B5EF4-FFF2-40B4-BE49-F238E27FC236}">
                <a16:creationId xmlns:a16="http://schemas.microsoft.com/office/drawing/2014/main" id="{C6EBD70E-87C5-80DA-3457-B80C16EAB86C}"/>
              </a:ext>
            </a:extLst>
          </p:cNvPr>
          <p:cNvSpPr>
            <a:spLocks noGrp="1"/>
          </p:cNvSpPr>
          <p:nvPr>
            <p:ph type="body" idx="25"/>
            <p:custDataLst>
              <p:tags r:id="rId5"/>
            </p:custDataLst>
          </p:nvPr>
        </p:nvSpPr>
        <p:spPr/>
        <p:txBody>
          <a:bodyPr/>
          <a:lstStyle/>
          <a:p>
            <a:r>
              <a:rPr lang="en-US"/>
              <a:t>Ready to modernize your visitor management with E-Pravesh? Let's discuss implementation!</a:t>
            </a:r>
          </a:p>
        </p:txBody>
      </p:sp>
    </p:spTree>
    <p:extLst>
      <p:ext uri="{BB962C8B-B14F-4D97-AF65-F5344CB8AC3E}">
        <p14:creationId xmlns:p14="http://schemas.microsoft.com/office/powerpoint/2010/main" val="1382542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5E0091-A0D2-509F-8784-F903D923B94D}"/>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7EE67BC1-A85C-9ADF-8C52-EBDF187EBC63}"/>
              </a:ext>
            </a:extLst>
          </p:cNvPr>
          <p:cNvSpPr>
            <a:spLocks noGrp="1"/>
          </p:cNvSpPr>
          <p:nvPr>
            <p:ph type="body" idx="26"/>
            <p:custDataLst>
              <p:tags r:id="rId2"/>
            </p:custDataLst>
          </p:nvPr>
        </p:nvSpPr>
        <p:spPr/>
        <p:txBody>
          <a:bodyPr/>
          <a:lstStyle/>
          <a:p>
            <a:r>
              <a:rPr lang="en-US"/>
              <a:t>Branding Elements</a:t>
            </a:r>
          </a:p>
        </p:txBody>
      </p:sp>
      <p:sp>
        <p:nvSpPr>
          <p:cNvPr id="4" name="Title 3">
            <a:extLst>
              <a:ext uri="{FF2B5EF4-FFF2-40B4-BE49-F238E27FC236}">
                <a16:creationId xmlns:a16="http://schemas.microsoft.com/office/drawing/2014/main" id="{9CCF2616-EABB-4C67-0025-BEDD48040232}"/>
              </a:ext>
            </a:extLst>
          </p:cNvPr>
          <p:cNvSpPr>
            <a:spLocks noGrp="1"/>
          </p:cNvSpPr>
          <p:nvPr>
            <p:ph type="title"/>
            <p:custDataLst>
              <p:tags r:id="rId3"/>
            </p:custDataLst>
          </p:nvPr>
        </p:nvSpPr>
        <p:spPr/>
        <p:txBody>
          <a:bodyPr/>
          <a:lstStyle/>
          <a:p>
            <a:r>
              <a:rPr lang="en-US"/>
              <a:t>Design &amp; Branding Notes</a:t>
            </a:r>
          </a:p>
        </p:txBody>
      </p:sp>
      <p:pic>
        <p:nvPicPr>
          <p:cNvPr id="8" name="Picture Placeholder 7">
            <a:extLst>
              <a:ext uri="{FF2B5EF4-FFF2-40B4-BE49-F238E27FC236}">
                <a16:creationId xmlns:a16="http://schemas.microsoft.com/office/drawing/2014/main" id="{D1AB7B53-626D-36A0-1778-E932737BE9E6}"/>
              </a:ext>
            </a:extLst>
          </p:cNvPr>
          <p:cNvPicPr>
            <a:picLocks noGrp="1" noChangeAspect="1"/>
          </p:cNvPicPr>
          <p:nvPr>
            <p:ph type="pic" sz="quarter" idx="27"/>
            <p:custDataLst>
              <p:tags r:id="rId4"/>
            </p:custDataLst>
          </p:nvPr>
        </p:nvPicPr>
        <p:blipFill>
          <a:blip r:embed="rId7"/>
          <a:srcRect l="13784" r="13784"/>
          <a:stretch>
            <a:fillRect/>
          </a:stretch>
        </p:blipFill>
        <p:spPr/>
      </p:pic>
      <p:sp>
        <p:nvSpPr>
          <p:cNvPr id="6" name="Text Placeholder 5">
            <a:extLst>
              <a:ext uri="{FF2B5EF4-FFF2-40B4-BE49-F238E27FC236}">
                <a16:creationId xmlns:a16="http://schemas.microsoft.com/office/drawing/2014/main" id="{3A6DEBD9-DD1D-7387-20CF-22DC1C6A9A2C}"/>
              </a:ext>
            </a:extLst>
          </p:cNvPr>
          <p:cNvSpPr>
            <a:spLocks noGrp="1"/>
          </p:cNvSpPr>
          <p:nvPr>
            <p:ph type="body" idx="25"/>
            <p:custDataLst>
              <p:tags r:id="rId5"/>
            </p:custDataLst>
          </p:nvPr>
        </p:nvSpPr>
        <p:spPr/>
        <p:txBody>
          <a:bodyPr/>
          <a:lstStyle/>
          <a:p>
            <a:r>
              <a:rPr lang="en-US"/>
              <a:t>Branding:
- App Name: E-Pravesh (</a:t>
            </a:r>
            <a:r>
              <a:rPr lang="hi-IN"/>
              <a:t>ई-प्रवेश) - </a:t>
            </a:r>
            <a:r>
              <a:rPr lang="en-US"/>
              <a:t>prominently display on title slide and footer
- Logo Suggestion: Gateway/door icon combined with digital elements (circuit, waves)
- Brand Colors: Modern, professional, trustworthy (blue/green theme)
- Include Hindi text "</a:t>
            </a:r>
            <a:r>
              <a:rPr lang="hi-IN"/>
              <a:t>ई-प्रवेश" </a:t>
            </a:r>
            <a:r>
              <a:rPr lang="en-US"/>
              <a:t>with English "E-Pravesh" for cultural relevance
Color Scheme</a:t>
            </a:r>
          </a:p>
        </p:txBody>
      </p:sp>
    </p:spTree>
    <p:extLst>
      <p:ext uri="{BB962C8B-B14F-4D97-AF65-F5344CB8AC3E}">
        <p14:creationId xmlns:p14="http://schemas.microsoft.com/office/powerpoint/2010/main" val="1516802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137ECE-88F5-24CA-D00C-81CC0AF10280}"/>
              </a:ext>
            </a:extLst>
          </p:cNvPr>
          <p:cNvSpPr>
            <a:spLocks noGrp="1"/>
          </p:cNvSpPr>
          <p:nvPr>
            <p:ph type="body" sz="quarter" idx="22"/>
            <p:custDataLst>
              <p:tags r:id="rId1"/>
            </p:custDataLst>
          </p:nvPr>
        </p:nvSpPr>
        <p:spPr/>
        <p:txBody>
          <a:bodyPr/>
          <a:lstStyle/>
          <a:p>
            <a:r>
              <a:rPr lang="en-US"/>
              <a:t>E-Pravesh</a:t>
            </a:r>
          </a:p>
        </p:txBody>
      </p:sp>
      <p:sp>
        <p:nvSpPr>
          <p:cNvPr id="3" name="Text Placeholder 2">
            <a:extLst>
              <a:ext uri="{FF2B5EF4-FFF2-40B4-BE49-F238E27FC236}">
                <a16:creationId xmlns:a16="http://schemas.microsoft.com/office/drawing/2014/main" id="{8B81E1B8-6E0B-6AE1-0D39-29738F6E0CDF}"/>
              </a:ext>
            </a:extLst>
          </p:cNvPr>
          <p:cNvSpPr>
            <a:spLocks noGrp="1"/>
          </p:cNvSpPr>
          <p:nvPr>
            <p:ph type="body" idx="25"/>
            <p:custDataLst>
              <p:tags r:id="rId2"/>
            </p:custDataLst>
          </p:nvPr>
        </p:nvSpPr>
        <p:spPr/>
        <p:txBody>
          <a:bodyPr/>
          <a:lstStyle/>
          <a:p>
            <a:r>
              <a:rPr lang="en-US"/>
              <a:t>Maximum 6-7 bullet points per slide. Use two-column layouts for comparisons. Include visual breaks with images/icons. Maintain consistent spacing. Use slide numbers. Add subtle slide transitions.</a:t>
            </a:r>
          </a:p>
        </p:txBody>
      </p:sp>
      <p:sp>
        <p:nvSpPr>
          <p:cNvPr id="4" name="Text Placeholder 3">
            <a:extLst>
              <a:ext uri="{FF2B5EF4-FFF2-40B4-BE49-F238E27FC236}">
                <a16:creationId xmlns:a16="http://schemas.microsoft.com/office/drawing/2014/main" id="{E5EB1DB0-5C25-3AB9-7F4D-5803A06F2F10}"/>
              </a:ext>
            </a:extLst>
          </p:cNvPr>
          <p:cNvSpPr>
            <a:spLocks noGrp="1"/>
          </p:cNvSpPr>
          <p:nvPr>
            <p:ph type="body" idx="29"/>
            <p:custDataLst>
              <p:tags r:id="rId3"/>
            </p:custDataLst>
          </p:nvPr>
        </p:nvSpPr>
        <p:spPr/>
        <p:txBody>
          <a:bodyPr/>
          <a:lstStyle/>
          <a:p>
            <a:r>
              <a:rPr lang="en-US"/>
              <a:t>1-5: Introduction and context (title, problem, solution, architecture, roles). 6-9: Complete workflow explanation (end-to-end, timing, scenarios, data flow). 10-16: Feature deep-dives (dashboards, registration, photos, approval, history). 17-19: Technical capabilities (notifications, background services, analytics).</a:t>
            </a:r>
          </a:p>
        </p:txBody>
      </p:sp>
      <p:sp>
        <p:nvSpPr>
          <p:cNvPr id="5" name="Text Placeholder 4">
            <a:extLst>
              <a:ext uri="{FF2B5EF4-FFF2-40B4-BE49-F238E27FC236}">
                <a16:creationId xmlns:a16="http://schemas.microsoft.com/office/drawing/2014/main" id="{1A178D13-9BAB-8B8D-5402-6658AB14FB75}"/>
              </a:ext>
            </a:extLst>
          </p:cNvPr>
          <p:cNvSpPr>
            <a:spLocks noGrp="1"/>
          </p:cNvSpPr>
          <p:nvPr>
            <p:ph type="body" idx="31"/>
            <p:custDataLst>
              <p:tags r:id="rId4"/>
            </p:custDataLst>
          </p:nvPr>
        </p:nvSpPr>
        <p:spPr/>
        <p:txBody>
          <a:bodyPr/>
          <a:lstStyle/>
          <a:p>
            <a:r>
              <a:rPr lang="en-US"/>
              <a:t>Layout Tips</a:t>
            </a:r>
          </a:p>
        </p:txBody>
      </p:sp>
      <p:sp>
        <p:nvSpPr>
          <p:cNvPr id="6" name="Text Placeholder 5">
            <a:extLst>
              <a:ext uri="{FF2B5EF4-FFF2-40B4-BE49-F238E27FC236}">
                <a16:creationId xmlns:a16="http://schemas.microsoft.com/office/drawing/2014/main" id="{2A8E32A0-A3C0-2ADF-33A1-CC9C2B971CDF}"/>
              </a:ext>
            </a:extLst>
          </p:cNvPr>
          <p:cNvSpPr>
            <a:spLocks noGrp="1"/>
          </p:cNvSpPr>
          <p:nvPr>
            <p:ph type="body" idx="32"/>
            <p:custDataLst>
              <p:tags r:id="rId5"/>
            </p:custDataLst>
          </p:nvPr>
        </p:nvSpPr>
        <p:spPr/>
        <p:txBody>
          <a:bodyPr/>
          <a:lstStyle/>
          <a:p>
            <a:r>
              <a:rPr lang="en-US"/>
              <a:t>Presentation Flow</a:t>
            </a:r>
          </a:p>
        </p:txBody>
      </p:sp>
      <p:sp>
        <p:nvSpPr>
          <p:cNvPr id="7" name="Text Placeholder 6">
            <a:extLst>
              <a:ext uri="{FF2B5EF4-FFF2-40B4-BE49-F238E27FC236}">
                <a16:creationId xmlns:a16="http://schemas.microsoft.com/office/drawing/2014/main" id="{FB002468-63E8-DA7F-8551-B6B9D1D8C45E}"/>
              </a:ext>
            </a:extLst>
          </p:cNvPr>
          <p:cNvSpPr>
            <a:spLocks noGrp="1"/>
          </p:cNvSpPr>
          <p:nvPr>
            <p:ph type="body" idx="33"/>
            <p:custDataLst>
              <p:tags r:id="rId6"/>
            </p:custDataLst>
          </p:nvPr>
        </p:nvSpPr>
        <p:spPr/>
        <p:txBody>
          <a:bodyPr/>
          <a:lstStyle/>
          <a:p>
            <a:r>
              <a:rPr lang="en-US"/>
              <a:t>E-Pravesh logo, QR code for demo, and contact information.</a:t>
            </a:r>
          </a:p>
        </p:txBody>
      </p:sp>
      <p:sp>
        <p:nvSpPr>
          <p:cNvPr id="8" name="Text Placeholder 7">
            <a:extLst>
              <a:ext uri="{FF2B5EF4-FFF2-40B4-BE49-F238E27FC236}">
                <a16:creationId xmlns:a16="http://schemas.microsoft.com/office/drawing/2014/main" id="{C567A47A-803C-A9D4-F6F3-09860A223C2D}"/>
              </a:ext>
            </a:extLst>
          </p:cNvPr>
          <p:cNvSpPr>
            <a:spLocks noGrp="1"/>
          </p:cNvSpPr>
          <p:nvPr>
            <p:ph type="body" idx="34"/>
            <p:custDataLst>
              <p:tags r:id="rId7"/>
            </p:custDataLst>
          </p:nvPr>
        </p:nvSpPr>
        <p:spPr/>
        <p:txBody>
          <a:bodyPr/>
          <a:lstStyle/>
          <a:p>
            <a:r>
              <a:rPr lang="en-US"/>
              <a:t>Visual Suggestion</a:t>
            </a:r>
          </a:p>
        </p:txBody>
      </p:sp>
      <p:sp>
        <p:nvSpPr>
          <p:cNvPr id="9" name="Title 8">
            <a:extLst>
              <a:ext uri="{FF2B5EF4-FFF2-40B4-BE49-F238E27FC236}">
                <a16:creationId xmlns:a16="http://schemas.microsoft.com/office/drawing/2014/main" id="{91766450-F259-FD72-7C50-76FF6D4E95EA}"/>
              </a:ext>
            </a:extLst>
          </p:cNvPr>
          <p:cNvSpPr>
            <a:spLocks noGrp="1"/>
          </p:cNvSpPr>
          <p:nvPr>
            <p:ph type="title"/>
            <p:custDataLst>
              <p:tags r:id="rId8"/>
            </p:custDataLst>
          </p:nvPr>
        </p:nvSpPr>
        <p:spPr/>
        <p:txBody>
          <a:bodyPr/>
          <a:lstStyle/>
          <a:p>
            <a:r>
              <a:rPr lang="en-US"/>
              <a:t>Presentation Flow &amp; Tips</a:t>
            </a:r>
          </a:p>
        </p:txBody>
      </p:sp>
    </p:spTree>
    <p:extLst>
      <p:ext uri="{BB962C8B-B14F-4D97-AF65-F5344CB8AC3E}">
        <p14:creationId xmlns:p14="http://schemas.microsoft.com/office/powerpoint/2010/main" val="3423079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subtitle1"/>
</p:tagLst>
</file>

<file path=ppt/tags/tag4.xml><?xml version="1.0" encoding="utf-8"?>
<p:tagLst xmlns:a="http://schemas.openxmlformats.org/drawingml/2006/main" xmlns:r="http://schemas.openxmlformats.org/officeDocument/2006/relationships" xmlns:p="http://schemas.openxmlformats.org/presentationml/2006/main">
  <p:tag name="ROLE" val="title"/>
</p:tagLst>
</file>

<file path=ppt/tags/tag5.xml><?xml version="1.0" encoding="utf-8"?>
<p:tagLst xmlns:a="http://schemas.openxmlformats.org/drawingml/2006/main" xmlns:r="http://schemas.openxmlformats.org/officeDocument/2006/relationships" xmlns:p="http://schemas.openxmlformats.org/presentationml/2006/main">
  <p:tag name="ROLE" val="subtitle1"/>
</p:tagLst>
</file>

<file path=ppt/tags/tag6.xml><?xml version="1.0" encoding="utf-8"?>
<p:tagLst xmlns:a="http://schemas.openxmlformats.org/drawingml/2006/main" xmlns:r="http://schemas.openxmlformats.org/officeDocument/2006/relationships" xmlns:p="http://schemas.openxmlformats.org/presentationml/2006/main">
  <p:tag name="ROLE" val="title"/>
</p:tagLst>
</file>

<file path=ppt/tags/tag7.xml><?xml version="1.0" encoding="utf-8"?>
<p:tagLst xmlns:a="http://schemas.openxmlformats.org/drawingml/2006/main" xmlns:r="http://schemas.openxmlformats.org/officeDocument/2006/relationships" xmlns:p="http://schemas.openxmlformats.org/presentationml/2006/main">
  <p:tag name="ROLE" val="subtitle1"/>
</p:tagLst>
</file>

<file path=ppt/tags/tag8.xml><?xml version="1.0" encoding="utf-8"?>
<p:tagLst xmlns:a="http://schemas.openxmlformats.org/drawingml/2006/main" xmlns:r="http://schemas.openxmlformats.org/officeDocument/2006/relationships" xmlns:p="http://schemas.openxmlformats.org/presentationml/2006/main">
  <p:tag name="ROLE" val="title"/>
</p:tagLst>
</file>

<file path=ppt/tags/tag9.xml><?xml version="1.0" encoding="utf-8"?>
<p:tagLst xmlns:a="http://schemas.openxmlformats.org/drawingml/2006/main" xmlns:r="http://schemas.openxmlformats.org/officeDocument/2006/relationships" xmlns:p="http://schemas.openxmlformats.org/presentationml/2006/main">
  <p:tag name="ROLE" val="footer"/>
</p:tagLst>
</file>

<file path=ppt/tags/tag10.xml><?xml version="1.0" encoding="utf-8"?>
<p:tagLst xmlns:a="http://schemas.openxmlformats.org/drawingml/2006/main" xmlns:r="http://schemas.openxmlformats.org/officeDocument/2006/relationships" xmlns:p="http://schemas.openxmlformats.org/presentationml/2006/main">
  <p:tag name="ROLE" val="subtitle1"/>
</p:tagLst>
</file>

<file path=ppt/tags/tag11.xml><?xml version="1.0" encoding="utf-8"?>
<p:tagLst xmlns:a="http://schemas.openxmlformats.org/drawingml/2006/main" xmlns:r="http://schemas.openxmlformats.org/officeDocument/2006/relationships" xmlns:p="http://schemas.openxmlformats.org/presentationml/2006/main">
  <p:tag name="ROLE" val="title"/>
</p:tagLst>
</file>

<file path=ppt/tags/tag12.xml><?xml version="1.0" encoding="utf-8"?>
<p:tagLst xmlns:a="http://schemas.openxmlformats.org/drawingml/2006/main" xmlns:r="http://schemas.openxmlformats.org/officeDocument/2006/relationships" xmlns:p="http://schemas.openxmlformats.org/presentationml/2006/main">
  <p:tag name="ROLE" val="footer"/>
</p:tagLst>
</file>

<file path=ppt/tags/tag13.xml><?xml version="1.0" encoding="utf-8"?>
<p:tagLst xmlns:a="http://schemas.openxmlformats.org/drawingml/2006/main" xmlns:r="http://schemas.openxmlformats.org/officeDocument/2006/relationships" xmlns:p="http://schemas.openxmlformats.org/presentationml/2006/main">
  <p:tag name="ROLE" val="subtitle1"/>
</p:tagLst>
</file>

<file path=ppt/tags/tag14.xml><?xml version="1.0" encoding="utf-8"?>
<p:tagLst xmlns:a="http://schemas.openxmlformats.org/drawingml/2006/main" xmlns:r="http://schemas.openxmlformats.org/officeDocument/2006/relationships" xmlns:p="http://schemas.openxmlformats.org/presentationml/2006/main">
  <p:tag name="ROLE" val="title"/>
</p:tagLst>
</file>

<file path=ppt/tags/tag15.xml><?xml version="1.0" encoding="utf-8"?>
<p:tagLst xmlns:a="http://schemas.openxmlformats.org/drawingml/2006/main" xmlns:r="http://schemas.openxmlformats.org/officeDocument/2006/relationships" xmlns:p="http://schemas.openxmlformats.org/presentationml/2006/main">
  <p:tag name="ROLE" val="footer"/>
</p:tagLst>
</file>

<file path=ppt/tags/tag16.xml><?xml version="1.0" encoding="utf-8"?>
<p:tagLst xmlns:a="http://schemas.openxmlformats.org/drawingml/2006/main" xmlns:r="http://schemas.openxmlformats.org/officeDocument/2006/relationships" xmlns:p="http://schemas.openxmlformats.org/presentationml/2006/main">
  <p:tag name="ROLE" val="subtitle1"/>
</p:tagLst>
</file>

<file path=ppt/tags/tag17.xml><?xml version="1.0" encoding="utf-8"?>
<p:tagLst xmlns:a="http://schemas.openxmlformats.org/drawingml/2006/main" xmlns:r="http://schemas.openxmlformats.org/officeDocument/2006/relationships" xmlns:p="http://schemas.openxmlformats.org/presentationml/2006/main">
  <p:tag name="ROLE" val="title"/>
</p:tagLst>
</file>

<file path=ppt/tags/tag18.xml><?xml version="1.0" encoding="utf-8"?>
<p:tagLst xmlns:a="http://schemas.openxmlformats.org/drawingml/2006/main" xmlns:r="http://schemas.openxmlformats.org/officeDocument/2006/relationships" xmlns:p="http://schemas.openxmlformats.org/presentationml/2006/main">
  <p:tag name="ROLE" val="footer"/>
</p:tagLst>
</file>

<file path=ppt/tags/tag19.xml><?xml version="1.0" encoding="utf-8"?>
<p:tagLst xmlns:a="http://schemas.openxmlformats.org/drawingml/2006/main" xmlns:r="http://schemas.openxmlformats.org/officeDocument/2006/relationships" xmlns:p="http://schemas.openxmlformats.org/presentationml/2006/main">
  <p:tag name="ROLE" val="subtitle1"/>
</p:tagLst>
</file>

<file path=ppt/tags/tag20.xml><?xml version="1.0" encoding="utf-8"?>
<p:tagLst xmlns:a="http://schemas.openxmlformats.org/drawingml/2006/main" xmlns:r="http://schemas.openxmlformats.org/officeDocument/2006/relationships" xmlns:p="http://schemas.openxmlformats.org/presentationml/2006/main">
  <p:tag name="ROLE" val="title"/>
</p:tagLst>
</file>

<file path=ppt/tags/tag2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2.xml><?xml version="1.0" encoding="utf-8"?>
<p:tagLst xmlns:a="http://schemas.openxmlformats.org/drawingml/2006/main" xmlns:r="http://schemas.openxmlformats.org/officeDocument/2006/relationships" xmlns:p="http://schemas.openxmlformats.org/presentationml/2006/main">
  <p:tag name="ROLE" val="footer"/>
</p:tagLst>
</file>

<file path=ppt/tags/tag23.xml><?xml version="1.0" encoding="utf-8"?>
<p:tagLst xmlns:a="http://schemas.openxmlformats.org/drawingml/2006/main" xmlns:r="http://schemas.openxmlformats.org/officeDocument/2006/relationships" xmlns:p="http://schemas.openxmlformats.org/presentationml/2006/main">
  <p:tag name="ROLE" val="subtitle1"/>
</p:tagLst>
</file>

<file path=ppt/tags/tag24.xml><?xml version="1.0" encoding="utf-8"?>
<p:tagLst xmlns:a="http://schemas.openxmlformats.org/drawingml/2006/main" xmlns:r="http://schemas.openxmlformats.org/officeDocument/2006/relationships" xmlns:p="http://schemas.openxmlformats.org/presentationml/2006/main">
  <p:tag name="ROLE" val="title"/>
</p:tagLst>
</file>

<file path=ppt/tags/tag2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6.xml><?xml version="1.0" encoding="utf-8"?>
<p:tagLst xmlns:a="http://schemas.openxmlformats.org/drawingml/2006/main" xmlns:r="http://schemas.openxmlformats.org/officeDocument/2006/relationships" xmlns:p="http://schemas.openxmlformats.org/presentationml/2006/main">
  <p:tag name="ROLE" val="footer"/>
</p:tagLst>
</file>

<file path=ppt/tags/tag27.xml><?xml version="1.0" encoding="utf-8"?>
<p:tagLst xmlns:a="http://schemas.openxmlformats.org/drawingml/2006/main" xmlns:r="http://schemas.openxmlformats.org/officeDocument/2006/relationships" xmlns:p="http://schemas.openxmlformats.org/presentationml/2006/main">
  <p:tag name="ROLE" val="subtitle1"/>
</p:tagLst>
</file>

<file path=ppt/tags/tag28.xml><?xml version="1.0" encoding="utf-8"?>
<p:tagLst xmlns:a="http://schemas.openxmlformats.org/drawingml/2006/main" xmlns:r="http://schemas.openxmlformats.org/officeDocument/2006/relationships" xmlns:p="http://schemas.openxmlformats.org/presentationml/2006/main">
  <p:tag name="ROLE" val="title"/>
</p:tagLst>
</file>

<file path=ppt/tags/tag2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0.xml><?xml version="1.0" encoding="utf-8"?>
<p:tagLst xmlns:a="http://schemas.openxmlformats.org/drawingml/2006/main" xmlns:r="http://schemas.openxmlformats.org/officeDocument/2006/relationships" xmlns:p="http://schemas.openxmlformats.org/presentationml/2006/main">
  <p:tag name="ROLE" val="footer"/>
</p:tagLst>
</file>

<file path=ppt/tags/tag31.xml><?xml version="1.0" encoding="utf-8"?>
<p:tagLst xmlns:a="http://schemas.openxmlformats.org/drawingml/2006/main" xmlns:r="http://schemas.openxmlformats.org/officeDocument/2006/relationships" xmlns:p="http://schemas.openxmlformats.org/presentationml/2006/main">
  <p:tag name="ROLE" val="title"/>
</p:tagLst>
</file>

<file path=ppt/tags/tag3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34.xml><?xml version="1.0" encoding="utf-8"?>
<p:tagLst xmlns:a="http://schemas.openxmlformats.org/drawingml/2006/main" xmlns:r="http://schemas.openxmlformats.org/officeDocument/2006/relationships" xmlns:p="http://schemas.openxmlformats.org/presentationml/2006/main">
  <p:tag name="ROLE" val="subtitle1"/>
</p:tagLst>
</file>

<file path=ppt/tags/tag35.xml><?xml version="1.0" encoding="utf-8"?>
<p:tagLst xmlns:a="http://schemas.openxmlformats.org/drawingml/2006/main" xmlns:r="http://schemas.openxmlformats.org/officeDocument/2006/relationships" xmlns:p="http://schemas.openxmlformats.org/presentationml/2006/main">
  <p:tag name="ROLE" val="subtitle2"/>
</p:tagLst>
</file>

<file path=ppt/tags/tag36.xml><?xml version="1.0" encoding="utf-8"?>
<p:tagLst xmlns:a="http://schemas.openxmlformats.org/drawingml/2006/main" xmlns:r="http://schemas.openxmlformats.org/officeDocument/2006/relationships" xmlns:p="http://schemas.openxmlformats.org/presentationml/2006/main">
  <p:tag name="ROLE" val="footer"/>
</p:tagLst>
</file>

<file path=ppt/tags/tag37.xml><?xml version="1.0" encoding="utf-8"?>
<p:tagLst xmlns:a="http://schemas.openxmlformats.org/drawingml/2006/main" xmlns:r="http://schemas.openxmlformats.org/officeDocument/2006/relationships" xmlns:p="http://schemas.openxmlformats.org/presentationml/2006/main">
  <p:tag name="ROLE" val="title"/>
</p:tagLst>
</file>

<file path=ppt/tags/tag3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9.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0.xml><?xml version="1.0" encoding="utf-8"?>
<p:tagLst xmlns:a="http://schemas.openxmlformats.org/drawingml/2006/main" xmlns:r="http://schemas.openxmlformats.org/officeDocument/2006/relationships" xmlns:p="http://schemas.openxmlformats.org/presentationml/2006/main">
  <p:tag name="ROLE" val="subtitle1"/>
</p:tagLst>
</file>

<file path=ppt/tags/tag41.xml><?xml version="1.0" encoding="utf-8"?>
<p:tagLst xmlns:a="http://schemas.openxmlformats.org/drawingml/2006/main" xmlns:r="http://schemas.openxmlformats.org/officeDocument/2006/relationships" xmlns:p="http://schemas.openxmlformats.org/presentationml/2006/main">
  <p:tag name="ROLE" val="subtitle2"/>
</p:tagLst>
</file>

<file path=ppt/tags/tag42.xml><?xml version="1.0" encoding="utf-8"?>
<p:tagLst xmlns:a="http://schemas.openxmlformats.org/drawingml/2006/main" xmlns:r="http://schemas.openxmlformats.org/officeDocument/2006/relationships" xmlns:p="http://schemas.openxmlformats.org/presentationml/2006/main">
  <p:tag name="ROLE" val="footer"/>
</p:tagLst>
</file>

<file path=ppt/tags/tag43.xml><?xml version="1.0" encoding="utf-8"?>
<p:tagLst xmlns:a="http://schemas.openxmlformats.org/drawingml/2006/main" xmlns:r="http://schemas.openxmlformats.org/officeDocument/2006/relationships" xmlns:p="http://schemas.openxmlformats.org/presentationml/2006/main">
  <p:tag name="ROLE" val="title"/>
</p:tagLst>
</file>

<file path=ppt/tags/tag4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5.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6.xml><?xml version="1.0" encoding="utf-8"?>
<p:tagLst xmlns:a="http://schemas.openxmlformats.org/drawingml/2006/main" xmlns:r="http://schemas.openxmlformats.org/officeDocument/2006/relationships" xmlns:p="http://schemas.openxmlformats.org/presentationml/2006/main">
  <p:tag name="ROLE" val="subtitle1"/>
</p:tagLst>
</file>

<file path=ppt/tags/tag47.xml><?xml version="1.0" encoding="utf-8"?>
<p:tagLst xmlns:a="http://schemas.openxmlformats.org/drawingml/2006/main" xmlns:r="http://schemas.openxmlformats.org/officeDocument/2006/relationships" xmlns:p="http://schemas.openxmlformats.org/presentationml/2006/main">
  <p:tag name="ROLE" val="subtitle2"/>
</p:tagLst>
</file>

<file path=ppt/tags/tag48.xml><?xml version="1.0" encoding="utf-8"?>
<p:tagLst xmlns:a="http://schemas.openxmlformats.org/drawingml/2006/main" xmlns:r="http://schemas.openxmlformats.org/officeDocument/2006/relationships" xmlns:p="http://schemas.openxmlformats.org/presentationml/2006/main">
  <p:tag name="ROLE" val="footer"/>
</p:tagLst>
</file>

<file path=ppt/tags/tag4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1.xml><?xml version="1.0" encoding="utf-8"?>
<p:tagLst xmlns:a="http://schemas.openxmlformats.org/drawingml/2006/main" xmlns:r="http://schemas.openxmlformats.org/officeDocument/2006/relationships" xmlns:p="http://schemas.openxmlformats.org/presentationml/2006/main">
  <p:tag name="ROLE" val="subtitle1"/>
</p:tagLst>
</file>

<file path=ppt/tags/tag52.xml><?xml version="1.0" encoding="utf-8"?>
<p:tagLst xmlns:a="http://schemas.openxmlformats.org/drawingml/2006/main" xmlns:r="http://schemas.openxmlformats.org/officeDocument/2006/relationships" xmlns:p="http://schemas.openxmlformats.org/presentationml/2006/main">
  <p:tag name="ROLE" val="subtitle2"/>
</p:tagLst>
</file>

<file path=ppt/tags/tag5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54.xml><?xml version="1.0" encoding="utf-8"?>
<p:tagLst xmlns:a="http://schemas.openxmlformats.org/drawingml/2006/main" xmlns:r="http://schemas.openxmlformats.org/officeDocument/2006/relationships" xmlns:p="http://schemas.openxmlformats.org/presentationml/2006/main">
  <p:tag name="ROLE" val="subtitle3"/>
</p:tagLst>
</file>

<file path=ppt/tags/tag55.xml><?xml version="1.0" encoding="utf-8"?>
<p:tagLst xmlns:a="http://schemas.openxmlformats.org/drawingml/2006/main" xmlns:r="http://schemas.openxmlformats.org/officeDocument/2006/relationships" xmlns:p="http://schemas.openxmlformats.org/presentationml/2006/main">
  <p:tag name="ROLE" val="title"/>
</p:tagLst>
</file>

<file path=ppt/tags/tag56.xml><?xml version="1.0" encoding="utf-8"?>
<p:tagLst xmlns:a="http://schemas.openxmlformats.org/drawingml/2006/main" xmlns:r="http://schemas.openxmlformats.org/officeDocument/2006/relationships" xmlns:p="http://schemas.openxmlformats.org/presentationml/2006/main">
  <p:tag name="ROLE" val="footer"/>
</p:tagLst>
</file>

<file path=ppt/tags/tag5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8.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9.xml><?xml version="1.0" encoding="utf-8"?>
<p:tagLst xmlns:a="http://schemas.openxmlformats.org/drawingml/2006/main" xmlns:r="http://schemas.openxmlformats.org/officeDocument/2006/relationships" xmlns:p="http://schemas.openxmlformats.org/presentationml/2006/main">
  <p:tag name="ROLE" val="subtitle1"/>
</p:tagLst>
</file>

<file path=ppt/tags/tag60.xml><?xml version="1.0" encoding="utf-8"?>
<p:tagLst xmlns:a="http://schemas.openxmlformats.org/drawingml/2006/main" xmlns:r="http://schemas.openxmlformats.org/officeDocument/2006/relationships" xmlns:p="http://schemas.openxmlformats.org/presentationml/2006/main">
  <p:tag name="ROLE" val="subtitle2"/>
</p:tagLst>
</file>

<file path=ppt/tags/tag61.xml><?xml version="1.0" encoding="utf-8"?>
<p:tagLst xmlns:a="http://schemas.openxmlformats.org/drawingml/2006/main" xmlns:r="http://schemas.openxmlformats.org/officeDocument/2006/relationships" xmlns:p="http://schemas.openxmlformats.org/presentationml/2006/main">
  <p:tag name="ROLE" val="textplaceholder3"/>
</p:tagLst>
</file>

<file path=ppt/tags/tag62.xml><?xml version="1.0" encoding="utf-8"?>
<p:tagLst xmlns:a="http://schemas.openxmlformats.org/drawingml/2006/main" xmlns:r="http://schemas.openxmlformats.org/officeDocument/2006/relationships" xmlns:p="http://schemas.openxmlformats.org/presentationml/2006/main">
  <p:tag name="ROLE" val="subtitle3"/>
</p:tagLst>
</file>

<file path=ppt/tags/tag63.xml><?xml version="1.0" encoding="utf-8"?>
<p:tagLst xmlns:a="http://schemas.openxmlformats.org/drawingml/2006/main" xmlns:r="http://schemas.openxmlformats.org/officeDocument/2006/relationships" xmlns:p="http://schemas.openxmlformats.org/presentationml/2006/main">
  <p:tag name="ROLE" val="title"/>
</p:tagLst>
</file>

<file path=ppt/tags/tag64.xml><?xml version="1.0" encoding="utf-8"?>
<p:tagLst xmlns:a="http://schemas.openxmlformats.org/drawingml/2006/main" xmlns:r="http://schemas.openxmlformats.org/officeDocument/2006/relationships" xmlns:p="http://schemas.openxmlformats.org/presentationml/2006/main">
  <p:tag name="ROLE" val="footer"/>
</p:tagLst>
</file>

<file path=ppt/tags/tag6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6.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7.xml><?xml version="1.0" encoding="utf-8"?>
<p:tagLst xmlns:a="http://schemas.openxmlformats.org/drawingml/2006/main" xmlns:r="http://schemas.openxmlformats.org/officeDocument/2006/relationships" xmlns:p="http://schemas.openxmlformats.org/presentationml/2006/main">
  <p:tag name="ROLE" val="subtitle1"/>
</p:tagLst>
</file>

<file path=ppt/tags/tag68.xml><?xml version="1.0" encoding="utf-8"?>
<p:tagLst xmlns:a="http://schemas.openxmlformats.org/drawingml/2006/main" xmlns:r="http://schemas.openxmlformats.org/officeDocument/2006/relationships" xmlns:p="http://schemas.openxmlformats.org/presentationml/2006/main">
  <p:tag name="ROLE" val="subtitle2"/>
</p:tagLst>
</file>

<file path=ppt/tags/tag69.xml><?xml version="1.0" encoding="utf-8"?>
<p:tagLst xmlns:a="http://schemas.openxmlformats.org/drawingml/2006/main" xmlns:r="http://schemas.openxmlformats.org/officeDocument/2006/relationships" xmlns:p="http://schemas.openxmlformats.org/presentationml/2006/main">
  <p:tag name="ROLE" val="textplaceholder3"/>
</p:tagLst>
</file>

<file path=ppt/tags/tag70.xml><?xml version="1.0" encoding="utf-8"?>
<p:tagLst xmlns:a="http://schemas.openxmlformats.org/drawingml/2006/main" xmlns:r="http://schemas.openxmlformats.org/officeDocument/2006/relationships" xmlns:p="http://schemas.openxmlformats.org/presentationml/2006/main">
  <p:tag name="ROLE" val="subtitle3"/>
</p:tagLst>
</file>

<file path=ppt/tags/tag71.xml><?xml version="1.0" encoding="utf-8"?>
<p:tagLst xmlns:a="http://schemas.openxmlformats.org/drawingml/2006/main" xmlns:r="http://schemas.openxmlformats.org/officeDocument/2006/relationships" xmlns:p="http://schemas.openxmlformats.org/presentationml/2006/main">
  <p:tag name="ROLE" val="title"/>
</p:tagLst>
</file>

<file path=ppt/tags/tag72.xml><?xml version="1.0" encoding="utf-8"?>
<p:tagLst xmlns:a="http://schemas.openxmlformats.org/drawingml/2006/main" xmlns:r="http://schemas.openxmlformats.org/officeDocument/2006/relationships" xmlns:p="http://schemas.openxmlformats.org/presentationml/2006/main">
  <p:tag name="ROLE" val="footer"/>
</p:tagLst>
</file>

<file path=ppt/tags/tag7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75.xml><?xml version="1.0" encoding="utf-8"?>
<p:tagLst xmlns:a="http://schemas.openxmlformats.org/drawingml/2006/main" xmlns:r="http://schemas.openxmlformats.org/officeDocument/2006/relationships" xmlns:p="http://schemas.openxmlformats.org/presentationml/2006/main">
  <p:tag name="ROLE" val="subtitle1"/>
</p:tagLst>
</file>

<file path=ppt/tags/tag76.xml><?xml version="1.0" encoding="utf-8"?>
<p:tagLst xmlns:a="http://schemas.openxmlformats.org/drawingml/2006/main" xmlns:r="http://schemas.openxmlformats.org/officeDocument/2006/relationships" xmlns:p="http://schemas.openxmlformats.org/presentationml/2006/main">
  <p:tag name="ROLE" val="subtitle2"/>
</p:tagLst>
</file>

<file path=ppt/tags/tag77.xml><?xml version="1.0" encoding="utf-8"?>
<p:tagLst xmlns:a="http://schemas.openxmlformats.org/drawingml/2006/main" xmlns:r="http://schemas.openxmlformats.org/officeDocument/2006/relationships" xmlns:p="http://schemas.openxmlformats.org/presentationml/2006/main">
  <p:tag name="ROLE" val="textplaceholder3"/>
</p:tagLst>
</file>

<file path=ppt/tags/tag78.xml><?xml version="1.0" encoding="utf-8"?>
<p:tagLst xmlns:a="http://schemas.openxmlformats.org/drawingml/2006/main" xmlns:r="http://schemas.openxmlformats.org/officeDocument/2006/relationships" xmlns:p="http://schemas.openxmlformats.org/presentationml/2006/main">
  <p:tag name="ROLE" val="subtitle3"/>
</p:tagLst>
</file>

<file path=ppt/tags/tag79.xml><?xml version="1.0" encoding="utf-8"?>
<p:tagLst xmlns:a="http://schemas.openxmlformats.org/drawingml/2006/main" xmlns:r="http://schemas.openxmlformats.org/officeDocument/2006/relationships" xmlns:p="http://schemas.openxmlformats.org/presentationml/2006/main">
  <p:tag name="ROLE" val="title"/>
</p:tagLst>
</file>

<file path=ppt/tags/tag80.xml><?xml version="1.0" encoding="utf-8"?>
<p:tagLst xmlns:a="http://schemas.openxmlformats.org/drawingml/2006/main" xmlns:r="http://schemas.openxmlformats.org/officeDocument/2006/relationships" xmlns:p="http://schemas.openxmlformats.org/presentationml/2006/main">
  <p:tag name="ROLE" val="textplaceholder4"/>
</p:tagLst>
</file>

<file path=ppt/tags/tag81.xml><?xml version="1.0" encoding="utf-8"?>
<p:tagLst xmlns:a="http://schemas.openxmlformats.org/drawingml/2006/main" xmlns:r="http://schemas.openxmlformats.org/officeDocument/2006/relationships" xmlns:p="http://schemas.openxmlformats.org/presentationml/2006/main">
  <p:tag name="ROLE" val="subtitle4"/>
</p:tagLst>
</file>

<file path=ppt/tags/tag82.xml><?xml version="1.0" encoding="utf-8"?>
<p:tagLst xmlns:a="http://schemas.openxmlformats.org/drawingml/2006/main" xmlns:r="http://schemas.openxmlformats.org/officeDocument/2006/relationships" xmlns:p="http://schemas.openxmlformats.org/presentationml/2006/main">
  <p:tag name="ROLE" val="footer"/>
</p:tagLst>
</file>

<file path=ppt/tags/tag8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8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85.xml><?xml version="1.0" encoding="utf-8"?>
<p:tagLst xmlns:a="http://schemas.openxmlformats.org/drawingml/2006/main" xmlns:r="http://schemas.openxmlformats.org/officeDocument/2006/relationships" xmlns:p="http://schemas.openxmlformats.org/presentationml/2006/main">
  <p:tag name="ROLE" val="subtitle1"/>
</p:tagLst>
</file>

<file path=ppt/tags/tag86.xml><?xml version="1.0" encoding="utf-8"?>
<p:tagLst xmlns:a="http://schemas.openxmlformats.org/drawingml/2006/main" xmlns:r="http://schemas.openxmlformats.org/officeDocument/2006/relationships" xmlns:p="http://schemas.openxmlformats.org/presentationml/2006/main">
  <p:tag name="ROLE" val="subtitle2"/>
</p:tagLst>
</file>

<file path=ppt/tags/tag87.xml><?xml version="1.0" encoding="utf-8"?>
<p:tagLst xmlns:a="http://schemas.openxmlformats.org/drawingml/2006/main" xmlns:r="http://schemas.openxmlformats.org/officeDocument/2006/relationships" xmlns:p="http://schemas.openxmlformats.org/presentationml/2006/main">
  <p:tag name="ROLE" val="textplaceholder3"/>
</p:tagLst>
</file>

<file path=ppt/tags/tag88.xml><?xml version="1.0" encoding="utf-8"?>
<p:tagLst xmlns:a="http://schemas.openxmlformats.org/drawingml/2006/main" xmlns:r="http://schemas.openxmlformats.org/officeDocument/2006/relationships" xmlns:p="http://schemas.openxmlformats.org/presentationml/2006/main">
  <p:tag name="ROLE" val="subtitle3"/>
</p:tagLst>
</file>

<file path=ppt/tags/tag89.xml><?xml version="1.0" encoding="utf-8"?>
<p:tagLst xmlns:a="http://schemas.openxmlformats.org/drawingml/2006/main" xmlns:r="http://schemas.openxmlformats.org/officeDocument/2006/relationships" xmlns:p="http://schemas.openxmlformats.org/presentationml/2006/main">
  <p:tag name="ROLE" val="title"/>
</p:tagLst>
</file>

<file path=ppt/tags/tag90.xml><?xml version="1.0" encoding="utf-8"?>
<p:tagLst xmlns:a="http://schemas.openxmlformats.org/drawingml/2006/main" xmlns:r="http://schemas.openxmlformats.org/officeDocument/2006/relationships" xmlns:p="http://schemas.openxmlformats.org/presentationml/2006/main">
  <p:tag name="ROLE" val="textplaceholder4"/>
</p:tagLst>
</file>

<file path=ppt/tags/tag91.xml><?xml version="1.0" encoding="utf-8"?>
<p:tagLst xmlns:a="http://schemas.openxmlformats.org/drawingml/2006/main" xmlns:r="http://schemas.openxmlformats.org/officeDocument/2006/relationships" xmlns:p="http://schemas.openxmlformats.org/presentationml/2006/main">
  <p:tag name="ROLE" val="subtitle4"/>
</p:tagLst>
</file>

<file path=ppt/tags/tag92.xml><?xml version="1.0" encoding="utf-8"?>
<p:tagLst xmlns:a="http://schemas.openxmlformats.org/drawingml/2006/main" xmlns:r="http://schemas.openxmlformats.org/officeDocument/2006/relationships" xmlns:p="http://schemas.openxmlformats.org/presentationml/2006/main">
  <p:tag name="ROLE" val="footer"/>
</p:tagLst>
</file>

<file path=ppt/tags/tag93.xml><?xml version="1.0" encoding="utf-8"?>
<p:tagLst xmlns:a="http://schemas.openxmlformats.org/drawingml/2006/main" xmlns:r="http://schemas.openxmlformats.org/officeDocument/2006/relationships" xmlns:p="http://schemas.openxmlformats.org/presentationml/2006/main">
  <p:tag name="ROLE" val="subtitle1"/>
</p:tagLst>
</file>

<file path=ppt/tags/tag94.xml><?xml version="1.0" encoding="utf-8"?>
<p:tagLst xmlns:a="http://schemas.openxmlformats.org/drawingml/2006/main" xmlns:r="http://schemas.openxmlformats.org/officeDocument/2006/relationships" xmlns:p="http://schemas.openxmlformats.org/presentationml/2006/main">
  <p:tag name="ROLE" val="title"/>
</p:tagLst>
</file>

<file path=ppt/tags/tag95.xml><?xml version="1.0" encoding="utf-8"?>
<p:tagLst xmlns:a="http://schemas.openxmlformats.org/drawingml/2006/main" xmlns:r="http://schemas.openxmlformats.org/officeDocument/2006/relationships" xmlns:p="http://schemas.openxmlformats.org/presentationml/2006/main">
  <p:tag name="ROLE" val="subtitle2"/>
</p:tagLst>
</file>

<file path=ppt/tags/tag96.xml><?xml version="1.0" encoding="utf-8"?>
<p:tagLst xmlns:a="http://schemas.openxmlformats.org/drawingml/2006/main" xmlns:r="http://schemas.openxmlformats.org/officeDocument/2006/relationships" xmlns:p="http://schemas.openxmlformats.org/presentationml/2006/main">
  <p:tag name="ROLE" val="subtitle3"/>
</p:tagLst>
</file>

<file path=ppt/tags/tag97.xml><?xml version="1.0" encoding="utf-8"?>
<p:tagLst xmlns:a="http://schemas.openxmlformats.org/drawingml/2006/main" xmlns:r="http://schemas.openxmlformats.org/officeDocument/2006/relationships" xmlns:p="http://schemas.openxmlformats.org/presentationml/2006/main">
  <p:tag name="ROLE" val="subtitle4"/>
</p:tagLst>
</file>

<file path=ppt/tags/tag98.xml><?xml version="1.0" encoding="utf-8"?>
<p:tagLst xmlns:a="http://schemas.openxmlformats.org/drawingml/2006/main" xmlns:r="http://schemas.openxmlformats.org/officeDocument/2006/relationships" xmlns:p="http://schemas.openxmlformats.org/presentationml/2006/main">
  <p:tag name="ROLE" val="subtitle5"/>
</p:tagLst>
</file>

<file path=ppt/tags/tag99.xml><?xml version="1.0" encoding="utf-8"?>
<p:tagLst xmlns:a="http://schemas.openxmlformats.org/drawingml/2006/main" xmlns:r="http://schemas.openxmlformats.org/officeDocument/2006/relationships" xmlns:p="http://schemas.openxmlformats.org/presentationml/2006/main">
  <p:tag name="ROLE" val="subtitle6"/>
</p:tagLst>
</file>

<file path=ppt/tags/tag100.xml><?xml version="1.0" encoding="utf-8"?>
<p:tagLst xmlns:a="http://schemas.openxmlformats.org/drawingml/2006/main" xmlns:r="http://schemas.openxmlformats.org/officeDocument/2006/relationships" xmlns:p="http://schemas.openxmlformats.org/presentationml/2006/main">
  <p:tag name="ROLE" val="subtitle7"/>
</p:tagLst>
</file>

<file path=ppt/tags/tag101.xml><?xml version="1.0" encoding="utf-8"?>
<p:tagLst xmlns:a="http://schemas.openxmlformats.org/drawingml/2006/main" xmlns:r="http://schemas.openxmlformats.org/officeDocument/2006/relationships" xmlns:p="http://schemas.openxmlformats.org/presentationml/2006/main">
  <p:tag name="ROLE" val="subtitle8"/>
</p:tagLst>
</file>

<file path=ppt/tags/tag102.xml><?xml version="1.0" encoding="utf-8"?>
<p:tagLst xmlns:a="http://schemas.openxmlformats.org/drawingml/2006/main" xmlns:r="http://schemas.openxmlformats.org/officeDocument/2006/relationships" xmlns:p="http://schemas.openxmlformats.org/presentationml/2006/main">
  <p:tag name="ROLE" val="footer"/>
</p:tagLst>
</file>

<file path=ppt/tags/tag103.xml><?xml version="1.0" encoding="utf-8"?>
<p:tagLst xmlns:a="http://schemas.openxmlformats.org/drawingml/2006/main" xmlns:r="http://schemas.openxmlformats.org/officeDocument/2006/relationships" xmlns:p="http://schemas.openxmlformats.org/presentationml/2006/main">
  <p:tag name="ROLE" val="title"/>
</p:tagLst>
</file>

<file path=ppt/tags/tag104.xml><?xml version="1.0" encoding="utf-8"?>
<p:tagLst xmlns:a="http://schemas.openxmlformats.org/drawingml/2006/main" xmlns:r="http://schemas.openxmlformats.org/officeDocument/2006/relationships" xmlns:p="http://schemas.openxmlformats.org/presentationml/2006/main">
  <p:tag name="ROLE" val="subtitle1"/>
</p:tagLst>
</file>

<file path=ppt/tags/tag105.xml><?xml version="1.0" encoding="utf-8"?>
<p:tagLst xmlns:a="http://schemas.openxmlformats.org/drawingml/2006/main" xmlns:r="http://schemas.openxmlformats.org/officeDocument/2006/relationships" xmlns:p="http://schemas.openxmlformats.org/presentationml/2006/main">
  <p:tag name="ROLE" val="subtitle2"/>
</p:tagLst>
</file>

<file path=ppt/tags/tag106.xml><?xml version="1.0" encoding="utf-8"?>
<p:tagLst xmlns:a="http://schemas.openxmlformats.org/drawingml/2006/main" xmlns:r="http://schemas.openxmlformats.org/officeDocument/2006/relationships" xmlns:p="http://schemas.openxmlformats.org/presentationml/2006/main">
  <p:tag name="ROLE" val="subtitle3"/>
</p:tagLst>
</file>

<file path=ppt/tags/tag107.xml><?xml version="1.0" encoding="utf-8"?>
<p:tagLst xmlns:a="http://schemas.openxmlformats.org/drawingml/2006/main" xmlns:r="http://schemas.openxmlformats.org/officeDocument/2006/relationships" xmlns:p="http://schemas.openxmlformats.org/presentationml/2006/main">
  <p:tag name="ROLE" val="subtitle4"/>
</p:tagLst>
</file>

<file path=ppt/tags/tag108.xml><?xml version="1.0" encoding="utf-8"?>
<p:tagLst xmlns:a="http://schemas.openxmlformats.org/drawingml/2006/main" xmlns:r="http://schemas.openxmlformats.org/officeDocument/2006/relationships" xmlns:p="http://schemas.openxmlformats.org/presentationml/2006/main">
  <p:tag name="ROLE" val="footer"/>
</p:tagLst>
</file>

<file path=ppt/tags/tag109.xml><?xml version="1.0" encoding="utf-8"?>
<p:tagLst xmlns:a="http://schemas.openxmlformats.org/drawingml/2006/main" xmlns:r="http://schemas.openxmlformats.org/officeDocument/2006/relationships" xmlns:p="http://schemas.openxmlformats.org/presentationml/2006/main">
  <p:tag name="ROLE" val="subtitle1"/>
</p:tagLst>
</file>

<file path=ppt/tags/tag110.xml><?xml version="1.0" encoding="utf-8"?>
<p:tagLst xmlns:a="http://schemas.openxmlformats.org/drawingml/2006/main" xmlns:r="http://schemas.openxmlformats.org/officeDocument/2006/relationships" xmlns:p="http://schemas.openxmlformats.org/presentationml/2006/main">
  <p:tag name="ROLE" val="title"/>
</p:tagLst>
</file>

<file path=ppt/tags/tag111.xml><?xml version="1.0" encoding="utf-8"?>
<p:tagLst xmlns:a="http://schemas.openxmlformats.org/drawingml/2006/main" xmlns:r="http://schemas.openxmlformats.org/officeDocument/2006/relationships" xmlns:p="http://schemas.openxmlformats.org/presentationml/2006/main">
  <p:tag name="ROLE" val="subtitle2"/>
</p:tagLst>
</file>

<file path=ppt/tags/tag112.xml><?xml version="1.0" encoding="utf-8"?>
<p:tagLst xmlns:a="http://schemas.openxmlformats.org/drawingml/2006/main" xmlns:r="http://schemas.openxmlformats.org/officeDocument/2006/relationships" xmlns:p="http://schemas.openxmlformats.org/presentationml/2006/main">
  <p:tag name="ROLE" val="subtitle3"/>
</p:tagLst>
</file>

<file path=ppt/tags/tag113.xml><?xml version="1.0" encoding="utf-8"?>
<p:tagLst xmlns:a="http://schemas.openxmlformats.org/drawingml/2006/main" xmlns:r="http://schemas.openxmlformats.org/officeDocument/2006/relationships" xmlns:p="http://schemas.openxmlformats.org/presentationml/2006/main">
  <p:tag name="ROLE" val="subtitle4"/>
</p:tagLst>
</file>

<file path=ppt/tags/tag114.xml><?xml version="1.0" encoding="utf-8"?>
<p:tagLst xmlns:a="http://schemas.openxmlformats.org/drawingml/2006/main" xmlns:r="http://schemas.openxmlformats.org/officeDocument/2006/relationships" xmlns:p="http://schemas.openxmlformats.org/presentationml/2006/main">
  <p:tag name="ROLE" val="subtitle5"/>
</p:tagLst>
</file>

<file path=ppt/tags/tag115.xml><?xml version="1.0" encoding="utf-8"?>
<p:tagLst xmlns:a="http://schemas.openxmlformats.org/drawingml/2006/main" xmlns:r="http://schemas.openxmlformats.org/officeDocument/2006/relationships" xmlns:p="http://schemas.openxmlformats.org/presentationml/2006/main">
  <p:tag name="ROLE" val="subtitle6"/>
</p:tagLst>
</file>

<file path=ppt/tags/tag116.xml><?xml version="1.0" encoding="utf-8"?>
<p:tagLst xmlns:a="http://schemas.openxmlformats.org/drawingml/2006/main" xmlns:r="http://schemas.openxmlformats.org/officeDocument/2006/relationships" xmlns:p="http://schemas.openxmlformats.org/presentationml/2006/main">
  <p:tag name="ROLE" val="subtitle7"/>
</p:tagLst>
</file>

<file path=ppt/tags/tag117.xml><?xml version="1.0" encoding="utf-8"?>
<p:tagLst xmlns:a="http://schemas.openxmlformats.org/drawingml/2006/main" xmlns:r="http://schemas.openxmlformats.org/officeDocument/2006/relationships" xmlns:p="http://schemas.openxmlformats.org/presentationml/2006/main">
  <p:tag name="ROLE" val="subtitle8"/>
</p:tagLst>
</file>

<file path=ppt/tags/tag11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19.xml><?xml version="1.0" encoding="utf-8"?>
<p:tagLst xmlns:a="http://schemas.openxmlformats.org/drawingml/2006/main" xmlns:r="http://schemas.openxmlformats.org/officeDocument/2006/relationships" xmlns:p="http://schemas.openxmlformats.org/presentationml/2006/main">
  <p:tag name="ROLE" val="footer"/>
</p:tagLst>
</file>

<file path=ppt/tags/tag12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21.xml><?xml version="1.0" encoding="utf-8"?>
<p:tagLst xmlns:a="http://schemas.openxmlformats.org/drawingml/2006/main" xmlns:r="http://schemas.openxmlformats.org/officeDocument/2006/relationships" xmlns:p="http://schemas.openxmlformats.org/presentationml/2006/main">
  <p:tag name="ROLE" val="title"/>
</p:tagLst>
</file>

<file path=ppt/tags/tag122.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2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124.xml><?xml version="1.0" encoding="utf-8"?>
<p:tagLst xmlns:a="http://schemas.openxmlformats.org/drawingml/2006/main" xmlns:r="http://schemas.openxmlformats.org/officeDocument/2006/relationships" xmlns:p="http://schemas.openxmlformats.org/presentationml/2006/main">
  <p:tag name="ROLE" val="textplaceholder4"/>
</p:tagLst>
</file>

<file path=ppt/tags/tag125.xml><?xml version="1.0" encoding="utf-8"?>
<p:tagLst xmlns:a="http://schemas.openxmlformats.org/drawingml/2006/main" xmlns:r="http://schemas.openxmlformats.org/officeDocument/2006/relationships" xmlns:p="http://schemas.openxmlformats.org/presentationml/2006/main">
  <p:tag name="ROLE" val="textplaceholder5"/>
</p:tagLst>
</file>

<file path=ppt/tags/tag126.xml><?xml version="1.0" encoding="utf-8"?>
<p:tagLst xmlns:a="http://schemas.openxmlformats.org/drawingml/2006/main" xmlns:r="http://schemas.openxmlformats.org/officeDocument/2006/relationships" xmlns:p="http://schemas.openxmlformats.org/presentationml/2006/main">
  <p:tag name="ROLE" val="footer"/>
</p:tagLst>
</file>

<file path=ppt/tags/tag12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28.xml><?xml version="1.0" encoding="utf-8"?>
<p:tagLst xmlns:a="http://schemas.openxmlformats.org/drawingml/2006/main" xmlns:r="http://schemas.openxmlformats.org/officeDocument/2006/relationships" xmlns:p="http://schemas.openxmlformats.org/presentationml/2006/main">
  <p:tag name="ROLE" val="title"/>
</p:tagLst>
</file>

<file path=ppt/tags/tag129.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30.xml><?xml version="1.0" encoding="utf-8"?>
<p:tagLst xmlns:a="http://schemas.openxmlformats.org/drawingml/2006/main" xmlns:r="http://schemas.openxmlformats.org/officeDocument/2006/relationships" xmlns:p="http://schemas.openxmlformats.org/presentationml/2006/main">
  <p:tag name="ROLE" val="textplaceholder3"/>
</p:tagLst>
</file>

<file path=ppt/tags/tag131.xml><?xml version="1.0" encoding="utf-8"?>
<p:tagLst xmlns:a="http://schemas.openxmlformats.org/drawingml/2006/main" xmlns:r="http://schemas.openxmlformats.org/officeDocument/2006/relationships" xmlns:p="http://schemas.openxmlformats.org/presentationml/2006/main">
  <p:tag name="ROLE" val="textplaceholder4"/>
</p:tagLst>
</file>

<file path=ppt/tags/tag132.xml><?xml version="1.0" encoding="utf-8"?>
<p:tagLst xmlns:a="http://schemas.openxmlformats.org/drawingml/2006/main" xmlns:r="http://schemas.openxmlformats.org/officeDocument/2006/relationships" xmlns:p="http://schemas.openxmlformats.org/presentationml/2006/main">
  <p:tag name="ROLE" val="textplaceholder5"/>
</p:tagLst>
</file>

<file path=ppt/tags/tag133.xml><?xml version="1.0" encoding="utf-8"?>
<p:tagLst xmlns:a="http://schemas.openxmlformats.org/drawingml/2006/main" xmlns:r="http://schemas.openxmlformats.org/officeDocument/2006/relationships" xmlns:p="http://schemas.openxmlformats.org/presentationml/2006/main">
  <p:tag name="ROLE" val="footer"/>
</p:tagLst>
</file>

<file path=ppt/tags/tag134.xml><?xml version="1.0" encoding="utf-8"?>
<p:tagLst xmlns:a="http://schemas.openxmlformats.org/drawingml/2006/main" xmlns:r="http://schemas.openxmlformats.org/officeDocument/2006/relationships" xmlns:p="http://schemas.openxmlformats.org/presentationml/2006/main">
  <p:tag name="ROLE" val="title"/>
</p:tagLst>
</file>

<file path=ppt/tags/tag13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36.xml><?xml version="1.0" encoding="utf-8"?>
<p:tagLst xmlns:a="http://schemas.openxmlformats.org/drawingml/2006/main" xmlns:r="http://schemas.openxmlformats.org/officeDocument/2006/relationships" xmlns:p="http://schemas.openxmlformats.org/presentationml/2006/main">
  <p:tag name="ROLE" val="footer"/>
</p:tagLst>
</file>

<file path=ppt/tags/tag137.xml><?xml version="1.0" encoding="utf-8"?>
<p:tagLst xmlns:a="http://schemas.openxmlformats.org/drawingml/2006/main" xmlns:r="http://schemas.openxmlformats.org/officeDocument/2006/relationships" xmlns:p="http://schemas.openxmlformats.org/presentationml/2006/main">
  <p:tag name="ROLE" val="title"/>
</p:tagLst>
</file>

<file path=ppt/tags/tag13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39.xml><?xml version="1.0" encoding="utf-8"?>
<p:tagLst xmlns:a="http://schemas.openxmlformats.org/drawingml/2006/main" xmlns:r="http://schemas.openxmlformats.org/officeDocument/2006/relationships" xmlns:p="http://schemas.openxmlformats.org/presentationml/2006/main">
  <p:tag name="ROLE" val="footer"/>
</p:tagLst>
</file>

<file path=ppt/tags/tag140.xml><?xml version="1.0" encoding="utf-8"?>
<p:tagLst xmlns:a="http://schemas.openxmlformats.org/drawingml/2006/main" xmlns:r="http://schemas.openxmlformats.org/officeDocument/2006/relationships" xmlns:p="http://schemas.openxmlformats.org/presentationml/2006/main">
  <p:tag name="ROLE" val="title"/>
</p:tagLst>
</file>

<file path=ppt/tags/tag14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42.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43.xml><?xml version="1.0" encoding="utf-8"?>
<p:tagLst xmlns:a="http://schemas.openxmlformats.org/drawingml/2006/main" xmlns:r="http://schemas.openxmlformats.org/officeDocument/2006/relationships" xmlns:p="http://schemas.openxmlformats.org/presentationml/2006/main">
  <p:tag name="ROLE" val="subtitle1"/>
</p:tagLst>
</file>

<file path=ppt/tags/tag144.xml><?xml version="1.0" encoding="utf-8"?>
<p:tagLst xmlns:a="http://schemas.openxmlformats.org/drawingml/2006/main" xmlns:r="http://schemas.openxmlformats.org/officeDocument/2006/relationships" xmlns:p="http://schemas.openxmlformats.org/presentationml/2006/main">
  <p:tag name="ROLE" val="subtitle2"/>
</p:tagLst>
</file>

<file path=ppt/tags/tag145.xml><?xml version="1.0" encoding="utf-8"?>
<p:tagLst xmlns:a="http://schemas.openxmlformats.org/drawingml/2006/main" xmlns:r="http://schemas.openxmlformats.org/officeDocument/2006/relationships" xmlns:p="http://schemas.openxmlformats.org/presentationml/2006/main">
  <p:tag name="ROLE" val="percent1"/>
</p:tagLst>
</file>

<file path=ppt/tags/tag146.xml><?xml version="1.0" encoding="utf-8"?>
<p:tagLst xmlns:a="http://schemas.openxmlformats.org/drawingml/2006/main" xmlns:r="http://schemas.openxmlformats.org/officeDocument/2006/relationships" xmlns:p="http://schemas.openxmlformats.org/presentationml/2006/main">
  <p:tag name="ROLE" val="percent2"/>
</p:tagLst>
</file>

<file path=ppt/tags/tag147.xml><?xml version="1.0" encoding="utf-8"?>
<p:tagLst xmlns:a="http://schemas.openxmlformats.org/drawingml/2006/main" xmlns:r="http://schemas.openxmlformats.org/officeDocument/2006/relationships" xmlns:p="http://schemas.openxmlformats.org/presentationml/2006/main">
  <p:tag name="ROLE" val="footer"/>
</p:tagLst>
</file>

<file path=ppt/tags/tag148.xml><?xml version="1.0" encoding="utf-8"?>
<p:tagLst xmlns:a="http://schemas.openxmlformats.org/drawingml/2006/main" xmlns:r="http://schemas.openxmlformats.org/officeDocument/2006/relationships" xmlns:p="http://schemas.openxmlformats.org/presentationml/2006/main">
  <p:tag name="ROLE" val="title"/>
</p:tagLst>
</file>

<file path=ppt/tags/tag14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5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51.xml><?xml version="1.0" encoding="utf-8"?>
<p:tagLst xmlns:a="http://schemas.openxmlformats.org/drawingml/2006/main" xmlns:r="http://schemas.openxmlformats.org/officeDocument/2006/relationships" xmlns:p="http://schemas.openxmlformats.org/presentationml/2006/main">
  <p:tag name="ROLE" val="subtitle1"/>
</p:tagLst>
</file>

<file path=ppt/tags/tag152.xml><?xml version="1.0" encoding="utf-8"?>
<p:tagLst xmlns:a="http://schemas.openxmlformats.org/drawingml/2006/main" xmlns:r="http://schemas.openxmlformats.org/officeDocument/2006/relationships" xmlns:p="http://schemas.openxmlformats.org/presentationml/2006/main">
  <p:tag name="ROLE" val="subtitle2"/>
</p:tagLst>
</file>

<file path=ppt/tags/tag15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154.xml><?xml version="1.0" encoding="utf-8"?>
<p:tagLst xmlns:a="http://schemas.openxmlformats.org/drawingml/2006/main" xmlns:r="http://schemas.openxmlformats.org/officeDocument/2006/relationships" xmlns:p="http://schemas.openxmlformats.org/presentationml/2006/main">
  <p:tag name="ROLE" val="subtitle3"/>
</p:tagLst>
</file>

<file path=ppt/tags/tag155.xml><?xml version="1.0" encoding="utf-8"?>
<p:tagLst xmlns:a="http://schemas.openxmlformats.org/drawingml/2006/main" xmlns:r="http://schemas.openxmlformats.org/officeDocument/2006/relationships" xmlns:p="http://schemas.openxmlformats.org/presentationml/2006/main">
  <p:tag name="ROLE" val="percent1"/>
</p:tagLst>
</file>

<file path=ppt/tags/tag156.xml><?xml version="1.0" encoding="utf-8"?>
<p:tagLst xmlns:a="http://schemas.openxmlformats.org/drawingml/2006/main" xmlns:r="http://schemas.openxmlformats.org/officeDocument/2006/relationships" xmlns:p="http://schemas.openxmlformats.org/presentationml/2006/main">
  <p:tag name="ROLE" val="percent2"/>
</p:tagLst>
</file>

<file path=ppt/tags/tag157.xml><?xml version="1.0" encoding="utf-8"?>
<p:tagLst xmlns:a="http://schemas.openxmlformats.org/drawingml/2006/main" xmlns:r="http://schemas.openxmlformats.org/officeDocument/2006/relationships" xmlns:p="http://schemas.openxmlformats.org/presentationml/2006/main">
  <p:tag name="ROLE" val="percent3"/>
</p:tagLst>
</file>

<file path=ppt/tags/tag158.xml><?xml version="1.0" encoding="utf-8"?>
<p:tagLst xmlns:a="http://schemas.openxmlformats.org/drawingml/2006/main" xmlns:r="http://schemas.openxmlformats.org/officeDocument/2006/relationships" xmlns:p="http://schemas.openxmlformats.org/presentationml/2006/main">
  <p:tag name="ROLE" val="footer"/>
</p:tagLst>
</file>

<file path=ppt/tags/tag15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6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61.xml><?xml version="1.0" encoding="utf-8"?>
<p:tagLst xmlns:a="http://schemas.openxmlformats.org/drawingml/2006/main" xmlns:r="http://schemas.openxmlformats.org/officeDocument/2006/relationships" xmlns:p="http://schemas.openxmlformats.org/presentationml/2006/main">
  <p:tag name="ROLE" val="subtitle1"/>
</p:tagLst>
</file>

<file path=ppt/tags/tag162.xml><?xml version="1.0" encoding="utf-8"?>
<p:tagLst xmlns:a="http://schemas.openxmlformats.org/drawingml/2006/main" xmlns:r="http://schemas.openxmlformats.org/officeDocument/2006/relationships" xmlns:p="http://schemas.openxmlformats.org/presentationml/2006/main">
  <p:tag name="ROLE" val="subtitle2"/>
</p:tagLst>
</file>

<file path=ppt/tags/tag16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164.xml><?xml version="1.0" encoding="utf-8"?>
<p:tagLst xmlns:a="http://schemas.openxmlformats.org/drawingml/2006/main" xmlns:r="http://schemas.openxmlformats.org/officeDocument/2006/relationships" xmlns:p="http://schemas.openxmlformats.org/presentationml/2006/main">
  <p:tag name="ROLE" val="subtitle3"/>
</p:tagLst>
</file>

<file path=ppt/tags/tag165.xml><?xml version="1.0" encoding="utf-8"?>
<p:tagLst xmlns:a="http://schemas.openxmlformats.org/drawingml/2006/main" xmlns:r="http://schemas.openxmlformats.org/officeDocument/2006/relationships" xmlns:p="http://schemas.openxmlformats.org/presentationml/2006/main">
  <p:tag name="ROLE" val="textplaceholder4"/>
</p:tagLst>
</file>

<file path=ppt/tags/tag166.xml><?xml version="1.0" encoding="utf-8"?>
<p:tagLst xmlns:a="http://schemas.openxmlformats.org/drawingml/2006/main" xmlns:r="http://schemas.openxmlformats.org/officeDocument/2006/relationships" xmlns:p="http://schemas.openxmlformats.org/presentationml/2006/main">
  <p:tag name="ROLE" val="subtitle4"/>
</p:tagLst>
</file>

<file path=ppt/tags/tag167.xml><?xml version="1.0" encoding="utf-8"?>
<p:tagLst xmlns:a="http://schemas.openxmlformats.org/drawingml/2006/main" xmlns:r="http://schemas.openxmlformats.org/officeDocument/2006/relationships" xmlns:p="http://schemas.openxmlformats.org/presentationml/2006/main">
  <p:tag name="ROLE" val="percent1"/>
</p:tagLst>
</file>

<file path=ppt/tags/tag168.xml><?xml version="1.0" encoding="utf-8"?>
<p:tagLst xmlns:a="http://schemas.openxmlformats.org/drawingml/2006/main" xmlns:r="http://schemas.openxmlformats.org/officeDocument/2006/relationships" xmlns:p="http://schemas.openxmlformats.org/presentationml/2006/main">
  <p:tag name="ROLE" val="percent2"/>
</p:tagLst>
</file>

<file path=ppt/tags/tag169.xml><?xml version="1.0" encoding="utf-8"?>
<p:tagLst xmlns:a="http://schemas.openxmlformats.org/drawingml/2006/main" xmlns:r="http://schemas.openxmlformats.org/officeDocument/2006/relationships" xmlns:p="http://schemas.openxmlformats.org/presentationml/2006/main">
  <p:tag name="ROLE" val="percent3"/>
</p:tagLst>
</file>

<file path=ppt/tags/tag170.xml><?xml version="1.0" encoding="utf-8"?>
<p:tagLst xmlns:a="http://schemas.openxmlformats.org/drawingml/2006/main" xmlns:r="http://schemas.openxmlformats.org/officeDocument/2006/relationships" xmlns:p="http://schemas.openxmlformats.org/presentationml/2006/main">
  <p:tag name="ROLE" val="percent4"/>
</p:tagLst>
</file>

<file path=ppt/tags/tag171.xml><?xml version="1.0" encoding="utf-8"?>
<p:tagLst xmlns:a="http://schemas.openxmlformats.org/drawingml/2006/main" xmlns:r="http://schemas.openxmlformats.org/officeDocument/2006/relationships" xmlns:p="http://schemas.openxmlformats.org/presentationml/2006/main">
  <p:tag name="ROLE" val="title"/>
</p:tagLst>
</file>

<file path=ppt/tags/tag172.xml><?xml version="1.0" encoding="utf-8"?>
<p:tagLst xmlns:a="http://schemas.openxmlformats.org/drawingml/2006/main" xmlns:r="http://schemas.openxmlformats.org/officeDocument/2006/relationships" xmlns:p="http://schemas.openxmlformats.org/presentationml/2006/main">
  <p:tag name="ROLE" val="footer"/>
</p:tagLst>
</file>

<file path=ppt/tags/tag173.xml><?xml version="1.0" encoding="utf-8"?>
<p:tagLst xmlns:a="http://schemas.openxmlformats.org/drawingml/2006/main" xmlns:r="http://schemas.openxmlformats.org/officeDocument/2006/relationships" xmlns:p="http://schemas.openxmlformats.org/presentationml/2006/main">
  <p:tag name="ROLE" val="title"/>
</p:tagLst>
</file>

<file path=ppt/tags/tag17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75.xml><?xml version="1.0" encoding="utf-8"?>
<p:tagLst xmlns:a="http://schemas.openxmlformats.org/drawingml/2006/main" xmlns:r="http://schemas.openxmlformats.org/officeDocument/2006/relationships" xmlns:p="http://schemas.openxmlformats.org/presentationml/2006/main">
  <p:tag name="ROLE" val="subtitle1"/>
</p:tagLst>
</file>

<file path=ppt/tags/tag176.xml><?xml version="1.0" encoding="utf-8"?>
<p:tagLst xmlns:a="http://schemas.openxmlformats.org/drawingml/2006/main" xmlns:r="http://schemas.openxmlformats.org/officeDocument/2006/relationships" xmlns:p="http://schemas.openxmlformats.org/presentationml/2006/main">
  <p:tag name="ROLE" val="footer"/>
</p:tagLst>
</file>

<file path=ppt/tags/tag177.xml><?xml version="1.0" encoding="utf-8"?>
<p:tagLst xmlns:a="http://schemas.openxmlformats.org/drawingml/2006/main" xmlns:r="http://schemas.openxmlformats.org/officeDocument/2006/relationships" xmlns:p="http://schemas.openxmlformats.org/presentationml/2006/main">
  <p:tag name="ROLE" val="title"/>
</p:tagLst>
</file>

<file path=ppt/tags/tag17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79.xml><?xml version="1.0" encoding="utf-8"?>
<p:tagLst xmlns:a="http://schemas.openxmlformats.org/drawingml/2006/main" xmlns:r="http://schemas.openxmlformats.org/officeDocument/2006/relationships" xmlns:p="http://schemas.openxmlformats.org/presentationml/2006/main">
  <p:tag name="ROLE" val="subtitle1"/>
</p:tagLst>
</file>

<file path=ppt/tags/tag180.xml><?xml version="1.0" encoding="utf-8"?>
<p:tagLst xmlns:a="http://schemas.openxmlformats.org/drawingml/2006/main" xmlns:r="http://schemas.openxmlformats.org/officeDocument/2006/relationships" xmlns:p="http://schemas.openxmlformats.org/presentationml/2006/main">
  <p:tag name="ROLE" val="footer"/>
</p:tagLst>
</file>

<file path=ppt/tags/tag181.xml><?xml version="1.0" encoding="utf-8"?>
<p:tagLst xmlns:a="http://schemas.openxmlformats.org/drawingml/2006/main" xmlns:r="http://schemas.openxmlformats.org/officeDocument/2006/relationships" xmlns:p="http://schemas.openxmlformats.org/presentationml/2006/main">
  <p:tag name="ROLE" val="title"/>
</p:tagLst>
</file>

<file path=ppt/tags/tag18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83.xml><?xml version="1.0" encoding="utf-8"?>
<p:tagLst xmlns:a="http://schemas.openxmlformats.org/drawingml/2006/main" xmlns:r="http://schemas.openxmlformats.org/officeDocument/2006/relationships" xmlns:p="http://schemas.openxmlformats.org/presentationml/2006/main">
  <p:tag name="ROLE" val="subtitle1"/>
</p:tagLst>
</file>

<file path=ppt/tags/tag184.xml><?xml version="1.0" encoding="utf-8"?>
<p:tagLst xmlns:a="http://schemas.openxmlformats.org/drawingml/2006/main" xmlns:r="http://schemas.openxmlformats.org/officeDocument/2006/relationships" xmlns:p="http://schemas.openxmlformats.org/presentationml/2006/main">
  <p:tag name="ROLE" val="footer"/>
</p:tagLst>
</file>

<file path=ppt/tags/tag185.xml><?xml version="1.0" encoding="utf-8"?>
<p:tagLst xmlns:a="http://schemas.openxmlformats.org/drawingml/2006/main" xmlns:r="http://schemas.openxmlformats.org/officeDocument/2006/relationships" xmlns:p="http://schemas.openxmlformats.org/presentationml/2006/main">
  <p:tag name="ROLE" val="title"/>
</p:tagLst>
</file>

<file path=ppt/tags/tag186.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87.xml><?xml version="1.0" encoding="utf-8"?>
<p:tagLst xmlns:a="http://schemas.openxmlformats.org/drawingml/2006/main" xmlns:r="http://schemas.openxmlformats.org/officeDocument/2006/relationships" xmlns:p="http://schemas.openxmlformats.org/presentationml/2006/main">
  <p:tag name="ROLE" val="subtitle1"/>
</p:tagLst>
</file>

<file path=ppt/tags/tag188.xml><?xml version="1.0" encoding="utf-8"?>
<p:tagLst xmlns:a="http://schemas.openxmlformats.org/drawingml/2006/main" xmlns:r="http://schemas.openxmlformats.org/officeDocument/2006/relationships" xmlns:p="http://schemas.openxmlformats.org/presentationml/2006/main">
  <p:tag name="ROLE" val="footer"/>
</p:tagLst>
</file>

<file path=ppt/tags/tag189.xml><?xml version="1.0" encoding="utf-8"?>
<p:tagLst xmlns:a="http://schemas.openxmlformats.org/drawingml/2006/main" xmlns:r="http://schemas.openxmlformats.org/officeDocument/2006/relationships" xmlns:p="http://schemas.openxmlformats.org/presentationml/2006/main">
  <p:tag name="ROLE" val="title"/>
</p:tagLst>
</file>

<file path=ppt/tags/tag19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191.xml><?xml version="1.0" encoding="utf-8"?>
<p:tagLst xmlns:a="http://schemas.openxmlformats.org/drawingml/2006/main" xmlns:r="http://schemas.openxmlformats.org/officeDocument/2006/relationships" xmlns:p="http://schemas.openxmlformats.org/presentationml/2006/main">
  <p:tag name="ROLE" val="textplaceholder2"/>
</p:tagLst>
</file>

<file path=ppt/tags/tag192.xml><?xml version="1.0" encoding="utf-8"?>
<p:tagLst xmlns:a="http://schemas.openxmlformats.org/drawingml/2006/main" xmlns:r="http://schemas.openxmlformats.org/officeDocument/2006/relationships" xmlns:p="http://schemas.openxmlformats.org/presentationml/2006/main">
  <p:tag name="ROLE" val="subtitle1"/>
</p:tagLst>
</file>

<file path=ppt/tags/tag193.xml><?xml version="1.0" encoding="utf-8"?>
<p:tagLst xmlns:a="http://schemas.openxmlformats.org/drawingml/2006/main" xmlns:r="http://schemas.openxmlformats.org/officeDocument/2006/relationships" xmlns:p="http://schemas.openxmlformats.org/presentationml/2006/main">
  <p:tag name="ROLE" val="subtitle2"/>
</p:tagLst>
</file>

<file path=ppt/tags/tag194.xml><?xml version="1.0" encoding="utf-8"?>
<p:tagLst xmlns:a="http://schemas.openxmlformats.org/drawingml/2006/main" xmlns:r="http://schemas.openxmlformats.org/officeDocument/2006/relationships" xmlns:p="http://schemas.openxmlformats.org/presentationml/2006/main">
  <p:tag name="ROLE" val="textplaceholder3"/>
</p:tagLst>
</file>

<file path=ppt/tags/tag195.xml><?xml version="1.0" encoding="utf-8"?>
<p:tagLst xmlns:a="http://schemas.openxmlformats.org/drawingml/2006/main" xmlns:r="http://schemas.openxmlformats.org/officeDocument/2006/relationships" xmlns:p="http://schemas.openxmlformats.org/presentationml/2006/main">
  <p:tag name="ROLE" val="subtitle3"/>
</p:tagLst>
</file>

<file path=ppt/tags/tag196.xml><?xml version="1.0" encoding="utf-8"?>
<p:tagLst xmlns:a="http://schemas.openxmlformats.org/drawingml/2006/main" xmlns:r="http://schemas.openxmlformats.org/officeDocument/2006/relationships" xmlns:p="http://schemas.openxmlformats.org/presentationml/2006/main">
  <p:tag name="ROLE" val="milestone1"/>
</p:tagLst>
</file>

<file path=ppt/tags/tag197.xml><?xml version="1.0" encoding="utf-8"?>
<p:tagLst xmlns:a="http://schemas.openxmlformats.org/drawingml/2006/main" xmlns:r="http://schemas.openxmlformats.org/officeDocument/2006/relationships" xmlns:p="http://schemas.openxmlformats.org/presentationml/2006/main">
  <p:tag name="ROLE" val="milestone2"/>
</p:tagLst>
</file>

<file path=ppt/tags/tag198.xml><?xml version="1.0" encoding="utf-8"?>
<p:tagLst xmlns:a="http://schemas.openxmlformats.org/drawingml/2006/main" xmlns:r="http://schemas.openxmlformats.org/officeDocument/2006/relationships" xmlns:p="http://schemas.openxmlformats.org/presentationml/2006/main">
  <p:tag name="ROLE" val="milestone3"/>
</p:tagLst>
</file>

<file path=ppt/tags/tag199.xml><?xml version="1.0" encoding="utf-8"?>
<p:tagLst xmlns:a="http://schemas.openxmlformats.org/drawingml/2006/main" xmlns:r="http://schemas.openxmlformats.org/officeDocument/2006/relationships" xmlns:p="http://schemas.openxmlformats.org/presentationml/2006/main">
  <p:tag name="ROLE" val="footer"/>
</p:tagLst>
</file>

<file path=ppt/tags/tag200.xml><?xml version="1.0" encoding="utf-8"?>
<p:tagLst xmlns:a="http://schemas.openxmlformats.org/drawingml/2006/main" xmlns:r="http://schemas.openxmlformats.org/officeDocument/2006/relationships" xmlns:p="http://schemas.openxmlformats.org/presentationml/2006/main">
  <p:tag name="ROLE" val="title"/>
</p:tagLst>
</file>

<file path=ppt/tags/tag20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02.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03.xml><?xml version="1.0" encoding="utf-8"?>
<p:tagLst xmlns:a="http://schemas.openxmlformats.org/drawingml/2006/main" xmlns:r="http://schemas.openxmlformats.org/officeDocument/2006/relationships" xmlns:p="http://schemas.openxmlformats.org/presentationml/2006/main">
  <p:tag name="ROLE" val="subtitle1"/>
</p:tagLst>
</file>

<file path=ppt/tags/tag204.xml><?xml version="1.0" encoding="utf-8"?>
<p:tagLst xmlns:a="http://schemas.openxmlformats.org/drawingml/2006/main" xmlns:r="http://schemas.openxmlformats.org/officeDocument/2006/relationships" xmlns:p="http://schemas.openxmlformats.org/presentationml/2006/main">
  <p:tag name="ROLE" val="subtitle2"/>
</p:tagLst>
</file>

<file path=ppt/tags/tag205.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06.xml><?xml version="1.0" encoding="utf-8"?>
<p:tagLst xmlns:a="http://schemas.openxmlformats.org/drawingml/2006/main" xmlns:r="http://schemas.openxmlformats.org/officeDocument/2006/relationships" xmlns:p="http://schemas.openxmlformats.org/presentationml/2006/main">
  <p:tag name="ROLE" val="subtitle3"/>
</p:tagLst>
</file>

<file path=ppt/tags/tag207.xml><?xml version="1.0" encoding="utf-8"?>
<p:tagLst xmlns:a="http://schemas.openxmlformats.org/drawingml/2006/main" xmlns:r="http://schemas.openxmlformats.org/officeDocument/2006/relationships" xmlns:p="http://schemas.openxmlformats.org/presentationml/2006/main">
  <p:tag name="ROLE" val="milestone1"/>
</p:tagLst>
</file>

<file path=ppt/tags/tag208.xml><?xml version="1.0" encoding="utf-8"?>
<p:tagLst xmlns:a="http://schemas.openxmlformats.org/drawingml/2006/main" xmlns:r="http://schemas.openxmlformats.org/officeDocument/2006/relationships" xmlns:p="http://schemas.openxmlformats.org/presentationml/2006/main">
  <p:tag name="ROLE" val="milestone2"/>
</p:tagLst>
</file>

<file path=ppt/tags/tag209.xml><?xml version="1.0" encoding="utf-8"?>
<p:tagLst xmlns:a="http://schemas.openxmlformats.org/drawingml/2006/main" xmlns:r="http://schemas.openxmlformats.org/officeDocument/2006/relationships" xmlns:p="http://schemas.openxmlformats.org/presentationml/2006/main">
  <p:tag name="ROLE" val="milestone3"/>
</p:tagLst>
</file>

<file path=ppt/tags/tag210.xml><?xml version="1.0" encoding="utf-8"?>
<p:tagLst xmlns:a="http://schemas.openxmlformats.org/drawingml/2006/main" xmlns:r="http://schemas.openxmlformats.org/officeDocument/2006/relationships" xmlns:p="http://schemas.openxmlformats.org/presentationml/2006/main">
  <p:tag name="ROLE" val="textplaceholder4"/>
</p:tagLst>
</file>

<file path=ppt/tags/tag211.xml><?xml version="1.0" encoding="utf-8"?>
<p:tagLst xmlns:a="http://schemas.openxmlformats.org/drawingml/2006/main" xmlns:r="http://schemas.openxmlformats.org/officeDocument/2006/relationships" xmlns:p="http://schemas.openxmlformats.org/presentationml/2006/main">
  <p:tag name="ROLE" val="subtitle4"/>
</p:tagLst>
</file>

<file path=ppt/tags/tag212.xml><?xml version="1.0" encoding="utf-8"?>
<p:tagLst xmlns:a="http://schemas.openxmlformats.org/drawingml/2006/main" xmlns:r="http://schemas.openxmlformats.org/officeDocument/2006/relationships" xmlns:p="http://schemas.openxmlformats.org/presentationml/2006/main">
  <p:tag name="ROLE" val="milestone4"/>
</p:tagLst>
</file>

<file path=ppt/tags/tag213.xml><?xml version="1.0" encoding="utf-8"?>
<p:tagLst xmlns:a="http://schemas.openxmlformats.org/drawingml/2006/main" xmlns:r="http://schemas.openxmlformats.org/officeDocument/2006/relationships" xmlns:p="http://schemas.openxmlformats.org/presentationml/2006/main">
  <p:tag name="ROLE" val="footer"/>
</p:tagLst>
</file>

<file path=ppt/tags/tag214.xml><?xml version="1.0" encoding="utf-8"?>
<p:tagLst xmlns:a="http://schemas.openxmlformats.org/drawingml/2006/main" xmlns:r="http://schemas.openxmlformats.org/officeDocument/2006/relationships" xmlns:p="http://schemas.openxmlformats.org/presentationml/2006/main">
  <p:tag name="ROLE" val="title"/>
</p:tagLst>
</file>

<file path=ppt/tags/tag21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16.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17.xml><?xml version="1.0" encoding="utf-8"?>
<p:tagLst xmlns:a="http://schemas.openxmlformats.org/drawingml/2006/main" xmlns:r="http://schemas.openxmlformats.org/officeDocument/2006/relationships" xmlns:p="http://schemas.openxmlformats.org/presentationml/2006/main">
  <p:tag name="ROLE" val="subtitle1"/>
</p:tagLst>
</file>

<file path=ppt/tags/tag218.xml><?xml version="1.0" encoding="utf-8"?>
<p:tagLst xmlns:a="http://schemas.openxmlformats.org/drawingml/2006/main" xmlns:r="http://schemas.openxmlformats.org/officeDocument/2006/relationships" xmlns:p="http://schemas.openxmlformats.org/presentationml/2006/main">
  <p:tag name="ROLE" val="subtitle2"/>
</p:tagLst>
</file>

<file path=ppt/tags/tag219.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20.xml><?xml version="1.0" encoding="utf-8"?>
<p:tagLst xmlns:a="http://schemas.openxmlformats.org/drawingml/2006/main" xmlns:r="http://schemas.openxmlformats.org/officeDocument/2006/relationships" xmlns:p="http://schemas.openxmlformats.org/presentationml/2006/main">
  <p:tag name="ROLE" val="subtitle3"/>
</p:tagLst>
</file>

<file path=ppt/tags/tag221.xml><?xml version="1.0" encoding="utf-8"?>
<p:tagLst xmlns:a="http://schemas.openxmlformats.org/drawingml/2006/main" xmlns:r="http://schemas.openxmlformats.org/officeDocument/2006/relationships" xmlns:p="http://schemas.openxmlformats.org/presentationml/2006/main">
  <p:tag name="ROLE" val="milestone1"/>
</p:tagLst>
</file>

<file path=ppt/tags/tag222.xml><?xml version="1.0" encoding="utf-8"?>
<p:tagLst xmlns:a="http://schemas.openxmlformats.org/drawingml/2006/main" xmlns:r="http://schemas.openxmlformats.org/officeDocument/2006/relationships" xmlns:p="http://schemas.openxmlformats.org/presentationml/2006/main">
  <p:tag name="ROLE" val="milestone2"/>
</p:tagLst>
</file>

<file path=ppt/tags/tag223.xml><?xml version="1.0" encoding="utf-8"?>
<p:tagLst xmlns:a="http://schemas.openxmlformats.org/drawingml/2006/main" xmlns:r="http://schemas.openxmlformats.org/officeDocument/2006/relationships" xmlns:p="http://schemas.openxmlformats.org/presentationml/2006/main">
  <p:tag name="ROLE" val="milestone3"/>
</p:tagLst>
</file>

<file path=ppt/tags/tag224.xml><?xml version="1.0" encoding="utf-8"?>
<p:tagLst xmlns:a="http://schemas.openxmlformats.org/drawingml/2006/main" xmlns:r="http://schemas.openxmlformats.org/officeDocument/2006/relationships" xmlns:p="http://schemas.openxmlformats.org/presentationml/2006/main">
  <p:tag name="ROLE" val="textplaceholder4"/>
</p:tagLst>
</file>

<file path=ppt/tags/tag225.xml><?xml version="1.0" encoding="utf-8"?>
<p:tagLst xmlns:a="http://schemas.openxmlformats.org/drawingml/2006/main" xmlns:r="http://schemas.openxmlformats.org/officeDocument/2006/relationships" xmlns:p="http://schemas.openxmlformats.org/presentationml/2006/main">
  <p:tag name="ROLE" val="subtitle4"/>
</p:tagLst>
</file>

<file path=ppt/tags/tag226.xml><?xml version="1.0" encoding="utf-8"?>
<p:tagLst xmlns:a="http://schemas.openxmlformats.org/drawingml/2006/main" xmlns:r="http://schemas.openxmlformats.org/officeDocument/2006/relationships" xmlns:p="http://schemas.openxmlformats.org/presentationml/2006/main">
  <p:tag name="ROLE" val="milestone4"/>
</p:tagLst>
</file>

<file path=ppt/tags/tag227.xml><?xml version="1.0" encoding="utf-8"?>
<p:tagLst xmlns:a="http://schemas.openxmlformats.org/drawingml/2006/main" xmlns:r="http://schemas.openxmlformats.org/officeDocument/2006/relationships" xmlns:p="http://schemas.openxmlformats.org/presentationml/2006/main">
  <p:tag name="ROLE" val="textplaceholder5"/>
</p:tagLst>
</file>

<file path=ppt/tags/tag228.xml><?xml version="1.0" encoding="utf-8"?>
<p:tagLst xmlns:a="http://schemas.openxmlformats.org/drawingml/2006/main" xmlns:r="http://schemas.openxmlformats.org/officeDocument/2006/relationships" xmlns:p="http://schemas.openxmlformats.org/presentationml/2006/main">
  <p:tag name="ROLE" val="subtitle5"/>
</p:tagLst>
</file>

<file path=ppt/tags/tag229.xml><?xml version="1.0" encoding="utf-8"?>
<p:tagLst xmlns:a="http://schemas.openxmlformats.org/drawingml/2006/main" xmlns:r="http://schemas.openxmlformats.org/officeDocument/2006/relationships" xmlns:p="http://schemas.openxmlformats.org/presentationml/2006/main">
  <p:tag name="ROLE" val="milestone5"/>
</p:tagLst>
</file>

<file path=ppt/tags/tag230.xml><?xml version="1.0" encoding="utf-8"?>
<p:tagLst xmlns:a="http://schemas.openxmlformats.org/drawingml/2006/main" xmlns:r="http://schemas.openxmlformats.org/officeDocument/2006/relationships" xmlns:p="http://schemas.openxmlformats.org/presentationml/2006/main">
  <p:tag name="ROLE" val="footer"/>
</p:tagLst>
</file>

<file path=ppt/tags/tag231.xml><?xml version="1.0" encoding="utf-8"?>
<p:tagLst xmlns:a="http://schemas.openxmlformats.org/drawingml/2006/main" xmlns:r="http://schemas.openxmlformats.org/officeDocument/2006/relationships" xmlns:p="http://schemas.openxmlformats.org/presentationml/2006/main">
  <p:tag name="ROLE" val="title"/>
</p:tagLst>
</file>

<file path=ppt/tags/tag23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3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34.xml><?xml version="1.0" encoding="utf-8"?>
<p:tagLst xmlns:a="http://schemas.openxmlformats.org/drawingml/2006/main" xmlns:r="http://schemas.openxmlformats.org/officeDocument/2006/relationships" xmlns:p="http://schemas.openxmlformats.org/presentationml/2006/main">
  <p:tag name="ROLE" val="subtitle1"/>
</p:tagLst>
</file>

<file path=ppt/tags/tag235.xml><?xml version="1.0" encoding="utf-8"?>
<p:tagLst xmlns:a="http://schemas.openxmlformats.org/drawingml/2006/main" xmlns:r="http://schemas.openxmlformats.org/officeDocument/2006/relationships" xmlns:p="http://schemas.openxmlformats.org/presentationml/2006/main">
  <p:tag name="ROLE" val="subtitle2"/>
</p:tagLst>
</file>

<file path=ppt/tags/tag23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37.xml><?xml version="1.0" encoding="utf-8"?>
<p:tagLst xmlns:a="http://schemas.openxmlformats.org/drawingml/2006/main" xmlns:r="http://schemas.openxmlformats.org/officeDocument/2006/relationships" xmlns:p="http://schemas.openxmlformats.org/presentationml/2006/main">
  <p:tag name="ROLE" val="subtitle3"/>
</p:tagLst>
</file>

<file path=ppt/tags/tag238.xml><?xml version="1.0" encoding="utf-8"?>
<p:tagLst xmlns:a="http://schemas.openxmlformats.org/drawingml/2006/main" xmlns:r="http://schemas.openxmlformats.org/officeDocument/2006/relationships" xmlns:p="http://schemas.openxmlformats.org/presentationml/2006/main">
  <p:tag name="ROLE" val="milestone1"/>
</p:tagLst>
</file>

<file path=ppt/tags/tag239.xml><?xml version="1.0" encoding="utf-8"?>
<p:tagLst xmlns:a="http://schemas.openxmlformats.org/drawingml/2006/main" xmlns:r="http://schemas.openxmlformats.org/officeDocument/2006/relationships" xmlns:p="http://schemas.openxmlformats.org/presentationml/2006/main">
  <p:tag name="ROLE" val="milestone2"/>
</p:tagLst>
</file>

<file path=ppt/tags/tag240.xml><?xml version="1.0" encoding="utf-8"?>
<p:tagLst xmlns:a="http://schemas.openxmlformats.org/drawingml/2006/main" xmlns:r="http://schemas.openxmlformats.org/officeDocument/2006/relationships" xmlns:p="http://schemas.openxmlformats.org/presentationml/2006/main">
  <p:tag name="ROLE" val="milestone3"/>
</p:tagLst>
</file>

<file path=ppt/tags/tag241.xml><?xml version="1.0" encoding="utf-8"?>
<p:tagLst xmlns:a="http://schemas.openxmlformats.org/drawingml/2006/main" xmlns:r="http://schemas.openxmlformats.org/officeDocument/2006/relationships" xmlns:p="http://schemas.openxmlformats.org/presentationml/2006/main">
  <p:tag name="ROLE" val="textplaceholder4"/>
</p:tagLst>
</file>

<file path=ppt/tags/tag242.xml><?xml version="1.0" encoding="utf-8"?>
<p:tagLst xmlns:a="http://schemas.openxmlformats.org/drawingml/2006/main" xmlns:r="http://schemas.openxmlformats.org/officeDocument/2006/relationships" xmlns:p="http://schemas.openxmlformats.org/presentationml/2006/main">
  <p:tag name="ROLE" val="subtitle4"/>
</p:tagLst>
</file>

<file path=ppt/tags/tag243.xml><?xml version="1.0" encoding="utf-8"?>
<p:tagLst xmlns:a="http://schemas.openxmlformats.org/drawingml/2006/main" xmlns:r="http://schemas.openxmlformats.org/officeDocument/2006/relationships" xmlns:p="http://schemas.openxmlformats.org/presentationml/2006/main">
  <p:tag name="ROLE" val="milestone4"/>
</p:tagLst>
</file>

<file path=ppt/tags/tag244.xml><?xml version="1.0" encoding="utf-8"?>
<p:tagLst xmlns:a="http://schemas.openxmlformats.org/drawingml/2006/main" xmlns:r="http://schemas.openxmlformats.org/officeDocument/2006/relationships" xmlns:p="http://schemas.openxmlformats.org/presentationml/2006/main">
  <p:tag name="ROLE" val="textplaceholder5"/>
</p:tagLst>
</file>

<file path=ppt/tags/tag245.xml><?xml version="1.0" encoding="utf-8"?>
<p:tagLst xmlns:a="http://schemas.openxmlformats.org/drawingml/2006/main" xmlns:r="http://schemas.openxmlformats.org/officeDocument/2006/relationships" xmlns:p="http://schemas.openxmlformats.org/presentationml/2006/main">
  <p:tag name="ROLE" val="subtitle5"/>
</p:tagLst>
</file>

<file path=ppt/tags/tag246.xml><?xml version="1.0" encoding="utf-8"?>
<p:tagLst xmlns:a="http://schemas.openxmlformats.org/drawingml/2006/main" xmlns:r="http://schemas.openxmlformats.org/officeDocument/2006/relationships" xmlns:p="http://schemas.openxmlformats.org/presentationml/2006/main">
  <p:tag name="ROLE" val="milestone5"/>
</p:tagLst>
</file>

<file path=ppt/tags/tag247.xml><?xml version="1.0" encoding="utf-8"?>
<p:tagLst xmlns:a="http://schemas.openxmlformats.org/drawingml/2006/main" xmlns:r="http://schemas.openxmlformats.org/officeDocument/2006/relationships" xmlns:p="http://schemas.openxmlformats.org/presentationml/2006/main">
  <p:tag name="ROLE" val="textplaceholder6"/>
</p:tagLst>
</file>

<file path=ppt/tags/tag248.xml><?xml version="1.0" encoding="utf-8"?>
<p:tagLst xmlns:a="http://schemas.openxmlformats.org/drawingml/2006/main" xmlns:r="http://schemas.openxmlformats.org/officeDocument/2006/relationships" xmlns:p="http://schemas.openxmlformats.org/presentationml/2006/main">
  <p:tag name="ROLE" val="subtitle6"/>
</p:tagLst>
</file>

<file path=ppt/tags/tag249.xml><?xml version="1.0" encoding="utf-8"?>
<p:tagLst xmlns:a="http://schemas.openxmlformats.org/drawingml/2006/main" xmlns:r="http://schemas.openxmlformats.org/officeDocument/2006/relationships" xmlns:p="http://schemas.openxmlformats.org/presentationml/2006/main">
  <p:tag name="ROLE" val="milestone6"/>
</p:tagLst>
</file>

<file path=ppt/tags/tag250.xml><?xml version="1.0" encoding="utf-8"?>
<p:tagLst xmlns:a="http://schemas.openxmlformats.org/drawingml/2006/main" xmlns:r="http://schemas.openxmlformats.org/officeDocument/2006/relationships" xmlns:p="http://schemas.openxmlformats.org/presentationml/2006/main">
  <p:tag name="ROLE" val="footer"/>
</p:tagLst>
</file>

<file path=ppt/tags/tag251.xml><?xml version="1.0" encoding="utf-8"?>
<p:tagLst xmlns:a="http://schemas.openxmlformats.org/drawingml/2006/main" xmlns:r="http://schemas.openxmlformats.org/officeDocument/2006/relationships" xmlns:p="http://schemas.openxmlformats.org/presentationml/2006/main">
  <p:tag name="ROLE" val="title"/>
</p:tagLst>
</file>

<file path=ppt/tags/tag25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5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54.xml><?xml version="1.0" encoding="utf-8"?>
<p:tagLst xmlns:a="http://schemas.openxmlformats.org/drawingml/2006/main" xmlns:r="http://schemas.openxmlformats.org/officeDocument/2006/relationships" xmlns:p="http://schemas.openxmlformats.org/presentationml/2006/main">
  <p:tag name="ROLE" val="subtitle1"/>
</p:tagLst>
</file>

<file path=ppt/tags/tag255.xml><?xml version="1.0" encoding="utf-8"?>
<p:tagLst xmlns:a="http://schemas.openxmlformats.org/drawingml/2006/main" xmlns:r="http://schemas.openxmlformats.org/officeDocument/2006/relationships" xmlns:p="http://schemas.openxmlformats.org/presentationml/2006/main">
  <p:tag name="ROLE" val="subtitle2"/>
</p:tagLst>
</file>

<file path=ppt/tags/tag25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57.xml><?xml version="1.0" encoding="utf-8"?>
<p:tagLst xmlns:a="http://schemas.openxmlformats.org/drawingml/2006/main" xmlns:r="http://schemas.openxmlformats.org/officeDocument/2006/relationships" xmlns:p="http://schemas.openxmlformats.org/presentationml/2006/main">
  <p:tag name="ROLE" val="subtitle3"/>
</p:tagLst>
</file>

<file path=ppt/tags/tag258.xml><?xml version="1.0" encoding="utf-8"?>
<p:tagLst xmlns:a="http://schemas.openxmlformats.org/drawingml/2006/main" xmlns:r="http://schemas.openxmlformats.org/officeDocument/2006/relationships" xmlns:p="http://schemas.openxmlformats.org/presentationml/2006/main">
  <p:tag name="ROLE" val="milestone1"/>
</p:tagLst>
</file>

<file path=ppt/tags/tag259.xml><?xml version="1.0" encoding="utf-8"?>
<p:tagLst xmlns:a="http://schemas.openxmlformats.org/drawingml/2006/main" xmlns:r="http://schemas.openxmlformats.org/officeDocument/2006/relationships" xmlns:p="http://schemas.openxmlformats.org/presentationml/2006/main">
  <p:tag name="ROLE" val="milestone2"/>
</p:tagLst>
</file>

<file path=ppt/tags/tag260.xml><?xml version="1.0" encoding="utf-8"?>
<p:tagLst xmlns:a="http://schemas.openxmlformats.org/drawingml/2006/main" xmlns:r="http://schemas.openxmlformats.org/officeDocument/2006/relationships" xmlns:p="http://schemas.openxmlformats.org/presentationml/2006/main">
  <p:tag name="ROLE" val="milestone3"/>
</p:tagLst>
</file>

<file path=ppt/tags/tag261.xml><?xml version="1.0" encoding="utf-8"?>
<p:tagLst xmlns:a="http://schemas.openxmlformats.org/drawingml/2006/main" xmlns:r="http://schemas.openxmlformats.org/officeDocument/2006/relationships" xmlns:p="http://schemas.openxmlformats.org/presentationml/2006/main">
  <p:tag name="ROLE" val="footer"/>
</p:tagLst>
</file>

<file path=ppt/tags/tag262.xml><?xml version="1.0" encoding="utf-8"?>
<p:tagLst xmlns:a="http://schemas.openxmlformats.org/drawingml/2006/main" xmlns:r="http://schemas.openxmlformats.org/officeDocument/2006/relationships" xmlns:p="http://schemas.openxmlformats.org/presentationml/2006/main">
  <p:tag name="ROLE" val="title"/>
</p:tagLst>
</file>

<file path=ppt/tags/tag26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6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65.xml><?xml version="1.0" encoding="utf-8"?>
<p:tagLst xmlns:a="http://schemas.openxmlformats.org/drawingml/2006/main" xmlns:r="http://schemas.openxmlformats.org/officeDocument/2006/relationships" xmlns:p="http://schemas.openxmlformats.org/presentationml/2006/main">
  <p:tag name="ROLE" val="subtitle1"/>
</p:tagLst>
</file>

<file path=ppt/tags/tag266.xml><?xml version="1.0" encoding="utf-8"?>
<p:tagLst xmlns:a="http://schemas.openxmlformats.org/drawingml/2006/main" xmlns:r="http://schemas.openxmlformats.org/officeDocument/2006/relationships" xmlns:p="http://schemas.openxmlformats.org/presentationml/2006/main">
  <p:tag name="ROLE" val="subtitle2"/>
</p:tagLst>
</file>

<file path=ppt/tags/tag267.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68.xml><?xml version="1.0" encoding="utf-8"?>
<p:tagLst xmlns:a="http://schemas.openxmlformats.org/drawingml/2006/main" xmlns:r="http://schemas.openxmlformats.org/officeDocument/2006/relationships" xmlns:p="http://schemas.openxmlformats.org/presentationml/2006/main">
  <p:tag name="ROLE" val="subtitle3"/>
</p:tagLst>
</file>

<file path=ppt/tags/tag269.xml><?xml version="1.0" encoding="utf-8"?>
<p:tagLst xmlns:a="http://schemas.openxmlformats.org/drawingml/2006/main" xmlns:r="http://schemas.openxmlformats.org/officeDocument/2006/relationships" xmlns:p="http://schemas.openxmlformats.org/presentationml/2006/main">
  <p:tag name="ROLE" val="milestone1"/>
</p:tagLst>
</file>

<file path=ppt/tags/tag270.xml><?xml version="1.0" encoding="utf-8"?>
<p:tagLst xmlns:a="http://schemas.openxmlformats.org/drawingml/2006/main" xmlns:r="http://schemas.openxmlformats.org/officeDocument/2006/relationships" xmlns:p="http://schemas.openxmlformats.org/presentationml/2006/main">
  <p:tag name="ROLE" val="milestone2"/>
</p:tagLst>
</file>

<file path=ppt/tags/tag271.xml><?xml version="1.0" encoding="utf-8"?>
<p:tagLst xmlns:a="http://schemas.openxmlformats.org/drawingml/2006/main" xmlns:r="http://schemas.openxmlformats.org/officeDocument/2006/relationships" xmlns:p="http://schemas.openxmlformats.org/presentationml/2006/main">
  <p:tag name="ROLE" val="milestone3"/>
</p:tagLst>
</file>

<file path=ppt/tags/tag272.xml><?xml version="1.0" encoding="utf-8"?>
<p:tagLst xmlns:a="http://schemas.openxmlformats.org/drawingml/2006/main" xmlns:r="http://schemas.openxmlformats.org/officeDocument/2006/relationships" xmlns:p="http://schemas.openxmlformats.org/presentationml/2006/main">
  <p:tag name="ROLE" val="textplaceholder4"/>
</p:tagLst>
</file>

<file path=ppt/tags/tag273.xml><?xml version="1.0" encoding="utf-8"?>
<p:tagLst xmlns:a="http://schemas.openxmlformats.org/drawingml/2006/main" xmlns:r="http://schemas.openxmlformats.org/officeDocument/2006/relationships" xmlns:p="http://schemas.openxmlformats.org/presentationml/2006/main">
  <p:tag name="ROLE" val="subtitle4"/>
</p:tagLst>
</file>

<file path=ppt/tags/tag274.xml><?xml version="1.0" encoding="utf-8"?>
<p:tagLst xmlns:a="http://schemas.openxmlformats.org/drawingml/2006/main" xmlns:r="http://schemas.openxmlformats.org/officeDocument/2006/relationships" xmlns:p="http://schemas.openxmlformats.org/presentationml/2006/main">
  <p:tag name="ROLE" val="milestone4"/>
</p:tagLst>
</file>

<file path=ppt/tags/tag275.xml><?xml version="1.0" encoding="utf-8"?>
<p:tagLst xmlns:a="http://schemas.openxmlformats.org/drawingml/2006/main" xmlns:r="http://schemas.openxmlformats.org/officeDocument/2006/relationships" xmlns:p="http://schemas.openxmlformats.org/presentationml/2006/main">
  <p:tag name="ROLE" val="footer"/>
</p:tagLst>
</file>

<file path=ppt/tags/tag276.xml><?xml version="1.0" encoding="utf-8"?>
<p:tagLst xmlns:a="http://schemas.openxmlformats.org/drawingml/2006/main" xmlns:r="http://schemas.openxmlformats.org/officeDocument/2006/relationships" xmlns:p="http://schemas.openxmlformats.org/presentationml/2006/main">
  <p:tag name="ROLE" val="title"/>
</p:tagLst>
</file>

<file path=ppt/tags/tag27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78.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79.xml><?xml version="1.0" encoding="utf-8"?>
<p:tagLst xmlns:a="http://schemas.openxmlformats.org/drawingml/2006/main" xmlns:r="http://schemas.openxmlformats.org/officeDocument/2006/relationships" xmlns:p="http://schemas.openxmlformats.org/presentationml/2006/main">
  <p:tag name="ROLE" val="subtitle1"/>
</p:tagLst>
</file>

<file path=ppt/tags/tag280.xml><?xml version="1.0" encoding="utf-8"?>
<p:tagLst xmlns:a="http://schemas.openxmlformats.org/drawingml/2006/main" xmlns:r="http://schemas.openxmlformats.org/officeDocument/2006/relationships" xmlns:p="http://schemas.openxmlformats.org/presentationml/2006/main">
  <p:tag name="ROLE" val="subtitle2"/>
</p:tagLst>
</file>

<file path=ppt/tags/tag281.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82.xml><?xml version="1.0" encoding="utf-8"?>
<p:tagLst xmlns:a="http://schemas.openxmlformats.org/drawingml/2006/main" xmlns:r="http://schemas.openxmlformats.org/officeDocument/2006/relationships" xmlns:p="http://schemas.openxmlformats.org/presentationml/2006/main">
  <p:tag name="ROLE" val="subtitle3"/>
</p:tagLst>
</file>

<file path=ppt/tags/tag283.xml><?xml version="1.0" encoding="utf-8"?>
<p:tagLst xmlns:a="http://schemas.openxmlformats.org/drawingml/2006/main" xmlns:r="http://schemas.openxmlformats.org/officeDocument/2006/relationships" xmlns:p="http://schemas.openxmlformats.org/presentationml/2006/main">
  <p:tag name="ROLE" val="milestone1"/>
</p:tagLst>
</file>

<file path=ppt/tags/tag284.xml><?xml version="1.0" encoding="utf-8"?>
<p:tagLst xmlns:a="http://schemas.openxmlformats.org/drawingml/2006/main" xmlns:r="http://schemas.openxmlformats.org/officeDocument/2006/relationships" xmlns:p="http://schemas.openxmlformats.org/presentationml/2006/main">
  <p:tag name="ROLE" val="milestone2"/>
</p:tagLst>
</file>

<file path=ppt/tags/tag285.xml><?xml version="1.0" encoding="utf-8"?>
<p:tagLst xmlns:a="http://schemas.openxmlformats.org/drawingml/2006/main" xmlns:r="http://schemas.openxmlformats.org/officeDocument/2006/relationships" xmlns:p="http://schemas.openxmlformats.org/presentationml/2006/main">
  <p:tag name="ROLE" val="milestone3"/>
</p:tagLst>
</file>

<file path=ppt/tags/tag286.xml><?xml version="1.0" encoding="utf-8"?>
<p:tagLst xmlns:a="http://schemas.openxmlformats.org/drawingml/2006/main" xmlns:r="http://schemas.openxmlformats.org/officeDocument/2006/relationships" xmlns:p="http://schemas.openxmlformats.org/presentationml/2006/main">
  <p:tag name="ROLE" val="textplaceholder4"/>
</p:tagLst>
</file>

<file path=ppt/tags/tag287.xml><?xml version="1.0" encoding="utf-8"?>
<p:tagLst xmlns:a="http://schemas.openxmlformats.org/drawingml/2006/main" xmlns:r="http://schemas.openxmlformats.org/officeDocument/2006/relationships" xmlns:p="http://schemas.openxmlformats.org/presentationml/2006/main">
  <p:tag name="ROLE" val="subtitle4"/>
</p:tagLst>
</file>

<file path=ppt/tags/tag288.xml><?xml version="1.0" encoding="utf-8"?>
<p:tagLst xmlns:a="http://schemas.openxmlformats.org/drawingml/2006/main" xmlns:r="http://schemas.openxmlformats.org/officeDocument/2006/relationships" xmlns:p="http://schemas.openxmlformats.org/presentationml/2006/main">
  <p:tag name="ROLE" val="milestone4"/>
</p:tagLst>
</file>

<file path=ppt/tags/tag289.xml><?xml version="1.0" encoding="utf-8"?>
<p:tagLst xmlns:a="http://schemas.openxmlformats.org/drawingml/2006/main" xmlns:r="http://schemas.openxmlformats.org/officeDocument/2006/relationships" xmlns:p="http://schemas.openxmlformats.org/presentationml/2006/main">
  <p:tag name="ROLE" val="textplaceholder5"/>
</p:tagLst>
</file>

<file path=ppt/tags/tag290.xml><?xml version="1.0" encoding="utf-8"?>
<p:tagLst xmlns:a="http://schemas.openxmlformats.org/drawingml/2006/main" xmlns:r="http://schemas.openxmlformats.org/officeDocument/2006/relationships" xmlns:p="http://schemas.openxmlformats.org/presentationml/2006/main">
  <p:tag name="ROLE" val="subtitle5"/>
</p:tagLst>
</file>

<file path=ppt/tags/tag291.xml><?xml version="1.0" encoding="utf-8"?>
<p:tagLst xmlns:a="http://schemas.openxmlformats.org/drawingml/2006/main" xmlns:r="http://schemas.openxmlformats.org/officeDocument/2006/relationships" xmlns:p="http://schemas.openxmlformats.org/presentationml/2006/main">
  <p:tag name="ROLE" val="milestone5"/>
</p:tagLst>
</file>

<file path=ppt/tags/tag292.xml><?xml version="1.0" encoding="utf-8"?>
<p:tagLst xmlns:a="http://schemas.openxmlformats.org/drawingml/2006/main" xmlns:r="http://schemas.openxmlformats.org/officeDocument/2006/relationships" xmlns:p="http://schemas.openxmlformats.org/presentationml/2006/main">
  <p:tag name="ROLE" val="footer"/>
</p:tagLst>
</file>

<file path=ppt/tags/tag293.xml><?xml version="1.0" encoding="utf-8"?>
<p:tagLst xmlns:a="http://schemas.openxmlformats.org/drawingml/2006/main" xmlns:r="http://schemas.openxmlformats.org/officeDocument/2006/relationships" xmlns:p="http://schemas.openxmlformats.org/presentationml/2006/main">
  <p:tag name="ROLE" val="title"/>
</p:tagLst>
</file>

<file path=ppt/tags/tag29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95.xml><?xml version="1.0" encoding="utf-8"?>
<p:tagLst xmlns:a="http://schemas.openxmlformats.org/drawingml/2006/main" xmlns:r="http://schemas.openxmlformats.org/officeDocument/2006/relationships" xmlns:p="http://schemas.openxmlformats.org/presentationml/2006/main">
  <p:tag name="ROLE" val="textplaceholder2"/>
</p:tagLst>
</file>

<file path=ppt/tags/tag296.xml><?xml version="1.0" encoding="utf-8"?>
<p:tagLst xmlns:a="http://schemas.openxmlformats.org/drawingml/2006/main" xmlns:r="http://schemas.openxmlformats.org/officeDocument/2006/relationships" xmlns:p="http://schemas.openxmlformats.org/presentationml/2006/main">
  <p:tag name="ROLE" val="subtitle1"/>
</p:tagLst>
</file>

<file path=ppt/tags/tag297.xml><?xml version="1.0" encoding="utf-8"?>
<p:tagLst xmlns:a="http://schemas.openxmlformats.org/drawingml/2006/main" xmlns:r="http://schemas.openxmlformats.org/officeDocument/2006/relationships" xmlns:p="http://schemas.openxmlformats.org/presentationml/2006/main">
  <p:tag name="ROLE" val="subtitle2"/>
</p:tagLst>
</file>

<file path=ppt/tags/tag298.xml><?xml version="1.0" encoding="utf-8"?>
<p:tagLst xmlns:a="http://schemas.openxmlformats.org/drawingml/2006/main" xmlns:r="http://schemas.openxmlformats.org/officeDocument/2006/relationships" xmlns:p="http://schemas.openxmlformats.org/presentationml/2006/main">
  <p:tag name="ROLE" val="textplaceholder3"/>
</p:tagLst>
</file>

<file path=ppt/tags/tag299.xml><?xml version="1.0" encoding="utf-8"?>
<p:tagLst xmlns:a="http://schemas.openxmlformats.org/drawingml/2006/main" xmlns:r="http://schemas.openxmlformats.org/officeDocument/2006/relationships" xmlns:p="http://schemas.openxmlformats.org/presentationml/2006/main">
  <p:tag name="ROLE" val="subtitle3"/>
</p:tagLst>
</file>

<file path=ppt/tags/tag300.xml><?xml version="1.0" encoding="utf-8"?>
<p:tagLst xmlns:a="http://schemas.openxmlformats.org/drawingml/2006/main" xmlns:r="http://schemas.openxmlformats.org/officeDocument/2006/relationships" xmlns:p="http://schemas.openxmlformats.org/presentationml/2006/main">
  <p:tag name="ROLE" val="milestone1"/>
</p:tagLst>
</file>

<file path=ppt/tags/tag301.xml><?xml version="1.0" encoding="utf-8"?>
<p:tagLst xmlns:a="http://schemas.openxmlformats.org/drawingml/2006/main" xmlns:r="http://schemas.openxmlformats.org/officeDocument/2006/relationships" xmlns:p="http://schemas.openxmlformats.org/presentationml/2006/main">
  <p:tag name="ROLE" val="milestone2"/>
</p:tagLst>
</file>

<file path=ppt/tags/tag302.xml><?xml version="1.0" encoding="utf-8"?>
<p:tagLst xmlns:a="http://schemas.openxmlformats.org/drawingml/2006/main" xmlns:r="http://schemas.openxmlformats.org/officeDocument/2006/relationships" xmlns:p="http://schemas.openxmlformats.org/presentationml/2006/main">
  <p:tag name="ROLE" val="milestone3"/>
</p:tagLst>
</file>

<file path=ppt/tags/tag303.xml><?xml version="1.0" encoding="utf-8"?>
<p:tagLst xmlns:a="http://schemas.openxmlformats.org/drawingml/2006/main" xmlns:r="http://schemas.openxmlformats.org/officeDocument/2006/relationships" xmlns:p="http://schemas.openxmlformats.org/presentationml/2006/main">
  <p:tag name="ROLE" val="textplaceholder4"/>
</p:tagLst>
</file>

<file path=ppt/tags/tag304.xml><?xml version="1.0" encoding="utf-8"?>
<p:tagLst xmlns:a="http://schemas.openxmlformats.org/drawingml/2006/main" xmlns:r="http://schemas.openxmlformats.org/officeDocument/2006/relationships" xmlns:p="http://schemas.openxmlformats.org/presentationml/2006/main">
  <p:tag name="ROLE" val="subtitle4"/>
</p:tagLst>
</file>

<file path=ppt/tags/tag305.xml><?xml version="1.0" encoding="utf-8"?>
<p:tagLst xmlns:a="http://schemas.openxmlformats.org/drawingml/2006/main" xmlns:r="http://schemas.openxmlformats.org/officeDocument/2006/relationships" xmlns:p="http://schemas.openxmlformats.org/presentationml/2006/main">
  <p:tag name="ROLE" val="milestone4"/>
</p:tagLst>
</file>

<file path=ppt/tags/tag306.xml><?xml version="1.0" encoding="utf-8"?>
<p:tagLst xmlns:a="http://schemas.openxmlformats.org/drawingml/2006/main" xmlns:r="http://schemas.openxmlformats.org/officeDocument/2006/relationships" xmlns:p="http://schemas.openxmlformats.org/presentationml/2006/main">
  <p:tag name="ROLE" val="textplaceholder5"/>
</p:tagLst>
</file>

<file path=ppt/tags/tag307.xml><?xml version="1.0" encoding="utf-8"?>
<p:tagLst xmlns:a="http://schemas.openxmlformats.org/drawingml/2006/main" xmlns:r="http://schemas.openxmlformats.org/officeDocument/2006/relationships" xmlns:p="http://schemas.openxmlformats.org/presentationml/2006/main">
  <p:tag name="ROLE" val="subtitle5"/>
</p:tagLst>
</file>

<file path=ppt/tags/tag308.xml><?xml version="1.0" encoding="utf-8"?>
<p:tagLst xmlns:a="http://schemas.openxmlformats.org/drawingml/2006/main" xmlns:r="http://schemas.openxmlformats.org/officeDocument/2006/relationships" xmlns:p="http://schemas.openxmlformats.org/presentationml/2006/main">
  <p:tag name="ROLE" val="milestone5"/>
</p:tagLst>
</file>

<file path=ppt/tags/tag309.xml><?xml version="1.0" encoding="utf-8"?>
<p:tagLst xmlns:a="http://schemas.openxmlformats.org/drawingml/2006/main" xmlns:r="http://schemas.openxmlformats.org/officeDocument/2006/relationships" xmlns:p="http://schemas.openxmlformats.org/presentationml/2006/main">
  <p:tag name="ROLE" val="textplaceholder6"/>
</p:tagLst>
</file>

<file path=ppt/tags/tag310.xml><?xml version="1.0" encoding="utf-8"?>
<p:tagLst xmlns:a="http://schemas.openxmlformats.org/drawingml/2006/main" xmlns:r="http://schemas.openxmlformats.org/officeDocument/2006/relationships" xmlns:p="http://schemas.openxmlformats.org/presentationml/2006/main">
  <p:tag name="ROLE" val="subtitle6"/>
</p:tagLst>
</file>

<file path=ppt/tags/tag311.xml><?xml version="1.0" encoding="utf-8"?>
<p:tagLst xmlns:a="http://schemas.openxmlformats.org/drawingml/2006/main" xmlns:r="http://schemas.openxmlformats.org/officeDocument/2006/relationships" xmlns:p="http://schemas.openxmlformats.org/presentationml/2006/main">
  <p:tag name="ROLE" val="milestone6"/>
</p:tagLst>
</file>

<file path=ppt/tags/tag312.xml><?xml version="1.0" encoding="utf-8"?>
<p:tagLst xmlns:a="http://schemas.openxmlformats.org/drawingml/2006/main" xmlns:r="http://schemas.openxmlformats.org/officeDocument/2006/relationships" xmlns:p="http://schemas.openxmlformats.org/presentationml/2006/main">
  <p:tag name="ROLE" val="footer"/>
</p:tagLst>
</file>

<file path=ppt/tags/tag313.xml><?xml version="1.0" encoding="utf-8"?>
<p:tagLst xmlns:a="http://schemas.openxmlformats.org/drawingml/2006/main" xmlns:r="http://schemas.openxmlformats.org/officeDocument/2006/relationships" xmlns:p="http://schemas.openxmlformats.org/presentationml/2006/main">
  <p:tag name="ROLE" val="title"/>
</p:tagLst>
</file>

<file path=ppt/tags/tag314.xml><?xml version="1.0" encoding="utf-8"?>
<p:tagLst xmlns:a="http://schemas.openxmlformats.org/drawingml/2006/main" xmlns:r="http://schemas.openxmlformats.org/officeDocument/2006/relationships" xmlns:p="http://schemas.openxmlformats.org/presentationml/2006/main">
  <p:tag name="ROLE" val="websiteName"/>
</p:tagLst>
</file>

<file path=ppt/tags/tag315.xml><?xml version="1.0" encoding="utf-8"?>
<p:tagLst xmlns:a="http://schemas.openxmlformats.org/drawingml/2006/main" xmlns:r="http://schemas.openxmlformats.org/officeDocument/2006/relationships" xmlns:p="http://schemas.openxmlformats.org/presentationml/2006/main">
  <p:tag name="ROLE" val="websiteValue"/>
</p:tagLst>
</file>

<file path=ppt/tags/tag316.xml><?xml version="1.0" encoding="utf-8"?>
<p:tagLst xmlns:a="http://schemas.openxmlformats.org/drawingml/2006/main" xmlns:r="http://schemas.openxmlformats.org/officeDocument/2006/relationships" xmlns:p="http://schemas.openxmlformats.org/presentationml/2006/main">
  <p:tag name="ROLE" val="emailName"/>
</p:tagLst>
</file>

<file path=ppt/tags/tag317.xml><?xml version="1.0" encoding="utf-8"?>
<p:tagLst xmlns:a="http://schemas.openxmlformats.org/drawingml/2006/main" xmlns:r="http://schemas.openxmlformats.org/officeDocument/2006/relationships" xmlns:p="http://schemas.openxmlformats.org/presentationml/2006/main">
  <p:tag name="ROLE" val="emailValue"/>
</p:tagLst>
</file>

<file path=ppt/tags/tag318.xml><?xml version="1.0" encoding="utf-8"?>
<p:tagLst xmlns:a="http://schemas.openxmlformats.org/drawingml/2006/main" xmlns:r="http://schemas.openxmlformats.org/officeDocument/2006/relationships" xmlns:p="http://schemas.openxmlformats.org/presentationml/2006/main">
  <p:tag name="ROLE" val="phoneName"/>
</p:tagLst>
</file>

<file path=ppt/tags/tag319.xml><?xml version="1.0" encoding="utf-8"?>
<p:tagLst xmlns:a="http://schemas.openxmlformats.org/drawingml/2006/main" xmlns:r="http://schemas.openxmlformats.org/officeDocument/2006/relationships" xmlns:p="http://schemas.openxmlformats.org/presentationml/2006/main">
  <p:tag name="ROLE" val="phoneValue"/>
</p:tagLst>
</file>

<file path=ppt/tags/tag320.xml><?xml version="1.0" encoding="utf-8"?>
<p:tagLst xmlns:a="http://schemas.openxmlformats.org/drawingml/2006/main" xmlns:r="http://schemas.openxmlformats.org/officeDocument/2006/relationships" xmlns:p="http://schemas.openxmlformats.org/presentationml/2006/main">
  <p:tag name="ROLE" val="locationName"/>
</p:tagLst>
</file>

<file path=ppt/tags/tag321.xml><?xml version="1.0" encoding="utf-8"?>
<p:tagLst xmlns:a="http://schemas.openxmlformats.org/drawingml/2006/main" xmlns:r="http://schemas.openxmlformats.org/officeDocument/2006/relationships" xmlns:p="http://schemas.openxmlformats.org/presentationml/2006/main">
  <p:tag name="ROLE" val="locationValue"/>
</p:tagLst>
</file>

<file path=ppt/tags/tag322.xml><?xml version="1.0" encoding="utf-8"?>
<p:tagLst xmlns:a="http://schemas.openxmlformats.org/drawingml/2006/main" xmlns:r="http://schemas.openxmlformats.org/officeDocument/2006/relationships" xmlns:p="http://schemas.openxmlformats.org/presentationml/2006/main">
  <p:tag name="ROLE" val="footer"/>
</p:tagLst>
</file>

<file path=ppt/tags/tag323.xml><?xml version="1.0" encoding="utf-8"?>
<p:tagLst xmlns:a="http://schemas.openxmlformats.org/drawingml/2006/main" xmlns:r="http://schemas.openxmlformats.org/officeDocument/2006/relationships" xmlns:p="http://schemas.openxmlformats.org/presentationml/2006/main">
  <p:tag name="ROLE" val="title"/>
</p:tagLst>
</file>

<file path=ppt/tags/tag324.xml><?xml version="1.0" encoding="utf-8"?>
<p:tagLst xmlns:a="http://schemas.openxmlformats.org/drawingml/2006/main" xmlns:r="http://schemas.openxmlformats.org/officeDocument/2006/relationships" xmlns:p="http://schemas.openxmlformats.org/presentationml/2006/main">
  <p:tag name="ROLE" val="websiteName"/>
</p:tagLst>
</file>

<file path=ppt/tags/tag325.xml><?xml version="1.0" encoding="utf-8"?>
<p:tagLst xmlns:a="http://schemas.openxmlformats.org/drawingml/2006/main" xmlns:r="http://schemas.openxmlformats.org/officeDocument/2006/relationships" xmlns:p="http://schemas.openxmlformats.org/presentationml/2006/main">
  <p:tag name="ROLE" val="phoneValue"/>
</p:tagLst>
</file>

<file path=ppt/tags/tag326.xml><?xml version="1.0" encoding="utf-8"?>
<p:tagLst xmlns:a="http://schemas.openxmlformats.org/drawingml/2006/main" xmlns:r="http://schemas.openxmlformats.org/officeDocument/2006/relationships" xmlns:p="http://schemas.openxmlformats.org/presentationml/2006/main">
  <p:tag name="ROLE" val="emailName"/>
</p:tagLst>
</file>

<file path=ppt/tags/tag327.xml><?xml version="1.0" encoding="utf-8"?>
<p:tagLst xmlns:a="http://schemas.openxmlformats.org/drawingml/2006/main" xmlns:r="http://schemas.openxmlformats.org/officeDocument/2006/relationships" xmlns:p="http://schemas.openxmlformats.org/presentationml/2006/main">
  <p:tag name="ROLE" val="emailValue"/>
</p:tagLst>
</file>

<file path=ppt/tags/tag328.xml><?xml version="1.0" encoding="utf-8"?>
<p:tagLst xmlns:a="http://schemas.openxmlformats.org/drawingml/2006/main" xmlns:r="http://schemas.openxmlformats.org/officeDocument/2006/relationships" xmlns:p="http://schemas.openxmlformats.org/presentationml/2006/main">
  <p:tag name="ROLE" val="phoneName"/>
</p:tagLst>
</file>

<file path=ppt/tags/tag329.xml><?xml version="1.0" encoding="utf-8"?>
<p:tagLst xmlns:a="http://schemas.openxmlformats.org/drawingml/2006/main" xmlns:r="http://schemas.openxmlformats.org/officeDocument/2006/relationships" xmlns:p="http://schemas.openxmlformats.org/presentationml/2006/main">
  <p:tag name="ROLE" val="phoneValue"/>
</p:tagLst>
</file>

<file path=ppt/tags/tag330.xml><?xml version="1.0" encoding="utf-8"?>
<p:tagLst xmlns:a="http://schemas.openxmlformats.org/drawingml/2006/main" xmlns:r="http://schemas.openxmlformats.org/officeDocument/2006/relationships" xmlns:p="http://schemas.openxmlformats.org/presentationml/2006/main">
  <p:tag name="ROLE" val="locationName"/>
</p:tagLst>
</file>

<file path=ppt/tags/tag331.xml><?xml version="1.0" encoding="utf-8"?>
<p:tagLst xmlns:a="http://schemas.openxmlformats.org/drawingml/2006/main" xmlns:r="http://schemas.openxmlformats.org/officeDocument/2006/relationships" xmlns:p="http://schemas.openxmlformats.org/presentationml/2006/main">
  <p:tag name="ROLE" val="locationValue"/>
</p:tagLst>
</file>

<file path=ppt/tags/tag332.xml><?xml version="1.0" encoding="utf-8"?>
<p:tagLst xmlns:a="http://schemas.openxmlformats.org/drawingml/2006/main" xmlns:r="http://schemas.openxmlformats.org/officeDocument/2006/relationships" xmlns:p="http://schemas.openxmlformats.org/presentationml/2006/main">
  <p:tag name="ROLE" val="subtitle1"/>
</p:tagLst>
</file>

<file path=ppt/tags/tag333.xml><?xml version="1.0" encoding="utf-8"?>
<p:tagLst xmlns:a="http://schemas.openxmlformats.org/drawingml/2006/main" xmlns:r="http://schemas.openxmlformats.org/officeDocument/2006/relationships" xmlns:p="http://schemas.openxmlformats.org/presentationml/2006/main">
  <p:tag name="ROLE" val="title"/>
</p:tagLst>
</file>

<file path=ppt/tags/tag334.xml><?xml version="1.0" encoding="utf-8"?>
<p:tagLst xmlns:a="http://schemas.openxmlformats.org/drawingml/2006/main" xmlns:r="http://schemas.openxmlformats.org/officeDocument/2006/relationships" xmlns:p="http://schemas.openxmlformats.org/presentationml/2006/main">
  <p:tag name="ROLE" val="footer"/>
</p:tagLst>
</file>

<file path=ppt/tags/tag335.xml><?xml version="1.0" encoding="utf-8"?>
<p:tagLst xmlns:a="http://schemas.openxmlformats.org/drawingml/2006/main" xmlns:r="http://schemas.openxmlformats.org/officeDocument/2006/relationships" xmlns:p="http://schemas.openxmlformats.org/presentationml/2006/main">
  <p:tag name="ROLE" val="subtitle1"/>
</p:tagLst>
</file>

<file path=ppt/tags/tag336.xml><?xml version="1.0" encoding="utf-8"?>
<p:tagLst xmlns:a="http://schemas.openxmlformats.org/drawingml/2006/main" xmlns:r="http://schemas.openxmlformats.org/officeDocument/2006/relationships" xmlns:p="http://schemas.openxmlformats.org/presentationml/2006/main">
  <p:tag name="ROLE" val="title"/>
</p:tagLst>
</file>

<file path=ppt/tags/tag337.xml><?xml version="1.0" encoding="utf-8"?>
<p:tagLst xmlns:a="http://schemas.openxmlformats.org/drawingml/2006/main" xmlns:r="http://schemas.openxmlformats.org/officeDocument/2006/relationships" xmlns:p="http://schemas.openxmlformats.org/presentationml/2006/main">
  <p:tag name="ROLE" val="footer"/>
</p:tagLst>
</file>

<file path=ppt/tags/tag338.xml><?xml version="1.0" encoding="utf-8"?>
<p:tagLst xmlns:a="http://schemas.openxmlformats.org/drawingml/2006/main" xmlns:r="http://schemas.openxmlformats.org/officeDocument/2006/relationships" xmlns:p="http://schemas.openxmlformats.org/presentationml/2006/main">
  <p:tag name="ROLE" val="subtitle1"/>
</p:tagLst>
</file>

<file path=ppt/tags/tag339.xml><?xml version="1.0" encoding="utf-8"?>
<p:tagLst xmlns:a="http://schemas.openxmlformats.org/drawingml/2006/main" xmlns:r="http://schemas.openxmlformats.org/officeDocument/2006/relationships" xmlns:p="http://schemas.openxmlformats.org/presentationml/2006/main">
  <p:tag name="ROLE" val="title"/>
</p:tagLst>
</file>

<file path=ppt/tags/tag340.xml><?xml version="1.0" encoding="utf-8"?>
<p:tagLst xmlns:a="http://schemas.openxmlformats.org/drawingml/2006/main" xmlns:r="http://schemas.openxmlformats.org/officeDocument/2006/relationships" xmlns:p="http://schemas.openxmlformats.org/presentationml/2006/main">
  <p:tag name="ROLE" val="footer"/>
</p:tagLst>
</file>

<file path=ppt/tags/tag341.xml><?xml version="1.0" encoding="utf-8"?>
<p:tagLst xmlns:a="http://schemas.openxmlformats.org/drawingml/2006/main" xmlns:r="http://schemas.openxmlformats.org/officeDocument/2006/relationships" xmlns:p="http://schemas.openxmlformats.org/presentationml/2006/main">
  <p:tag name="ROLE" val="footer"/>
</p:tagLst>
</file>

<file path=ppt/tags/tag342.xml><?xml version="1.0" encoding="utf-8"?>
<p:tagLst xmlns:a="http://schemas.openxmlformats.org/drawingml/2006/main" xmlns:r="http://schemas.openxmlformats.org/officeDocument/2006/relationships" xmlns:p="http://schemas.openxmlformats.org/presentationml/2006/main">
  <p:tag name="ROLE" val="subtitle1"/>
</p:tagLst>
</file>

<file path=ppt/tags/tag343.xml><?xml version="1.0" encoding="utf-8"?>
<p:tagLst xmlns:a="http://schemas.openxmlformats.org/drawingml/2006/main" xmlns:r="http://schemas.openxmlformats.org/officeDocument/2006/relationships" xmlns:p="http://schemas.openxmlformats.org/presentationml/2006/main">
  <p:tag name="ROLE" val="title"/>
</p:tagLst>
</file>

<file path=ppt/tags/tag34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45.xml><?xml version="1.0" encoding="utf-8"?>
<p:tagLst xmlns:a="http://schemas.openxmlformats.org/drawingml/2006/main" xmlns:r="http://schemas.openxmlformats.org/officeDocument/2006/relationships" xmlns:p="http://schemas.openxmlformats.org/presentationml/2006/main">
  <p:tag name="ROLE" val="description1"/>
</p:tagLst>
</file>

<file path=ppt/tags/tag346.xml><?xml version="1.0" encoding="utf-8"?>
<p:tagLst xmlns:a="http://schemas.openxmlformats.org/drawingml/2006/main" xmlns:r="http://schemas.openxmlformats.org/officeDocument/2006/relationships" xmlns:p="http://schemas.openxmlformats.org/presentationml/2006/main">
  <p:tag name="ROLE" val="footer"/>
</p:tagLst>
</file>

<file path=ppt/tags/tag347.xml><?xml version="1.0" encoding="utf-8"?>
<p:tagLst xmlns:a="http://schemas.openxmlformats.org/drawingml/2006/main" xmlns:r="http://schemas.openxmlformats.org/officeDocument/2006/relationships" xmlns:p="http://schemas.openxmlformats.org/presentationml/2006/main">
  <p:tag name="ROLE" val="subtitle1"/>
</p:tagLst>
</file>

<file path=ppt/tags/tag34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49.xml><?xml version="1.0" encoding="utf-8"?>
<p:tagLst xmlns:a="http://schemas.openxmlformats.org/drawingml/2006/main" xmlns:r="http://schemas.openxmlformats.org/officeDocument/2006/relationships" xmlns:p="http://schemas.openxmlformats.org/presentationml/2006/main">
  <p:tag name="ROLE" val="title"/>
</p:tagLst>
</file>

<file path=ppt/tags/tag350.xml><?xml version="1.0" encoding="utf-8"?>
<p:tagLst xmlns:a="http://schemas.openxmlformats.org/drawingml/2006/main" xmlns:r="http://schemas.openxmlformats.org/officeDocument/2006/relationships" xmlns:p="http://schemas.openxmlformats.org/presentationml/2006/main">
  <p:tag name="ROLE" val="subtitle2"/>
</p:tagLst>
</file>

<file path=ppt/tags/tag351.xml><?xml version="1.0" encoding="utf-8"?>
<p:tagLst xmlns:a="http://schemas.openxmlformats.org/drawingml/2006/main" xmlns:r="http://schemas.openxmlformats.org/officeDocument/2006/relationships" xmlns:p="http://schemas.openxmlformats.org/presentationml/2006/main">
  <p:tag name="ROLE" val="textplaceholder2"/>
</p:tagLst>
</file>

<file path=ppt/tags/tag352.xml><?xml version="1.0" encoding="utf-8"?>
<p:tagLst xmlns:a="http://schemas.openxmlformats.org/drawingml/2006/main" xmlns:r="http://schemas.openxmlformats.org/officeDocument/2006/relationships" xmlns:p="http://schemas.openxmlformats.org/presentationml/2006/main">
  <p:tag name="ROLE" val="subtitle3"/>
</p:tagLst>
</file>

<file path=ppt/tags/tag35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354.xml><?xml version="1.0" encoding="utf-8"?>
<p:tagLst xmlns:a="http://schemas.openxmlformats.org/drawingml/2006/main" xmlns:r="http://schemas.openxmlformats.org/officeDocument/2006/relationships" xmlns:p="http://schemas.openxmlformats.org/presentationml/2006/main">
  <p:tag name="ROLE" val="footer"/>
</p:tagLst>
</file>

<file path=ppt/tags/tag355.xml><?xml version="1.0" encoding="utf-8"?>
<p:tagLst xmlns:a="http://schemas.openxmlformats.org/drawingml/2006/main" xmlns:r="http://schemas.openxmlformats.org/officeDocument/2006/relationships" xmlns:p="http://schemas.openxmlformats.org/presentationml/2006/main">
  <p:tag name="ROLE" val="subtitle1"/>
</p:tagLst>
</file>

<file path=ppt/tags/tag356.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57.xml><?xml version="1.0" encoding="utf-8"?>
<p:tagLst xmlns:a="http://schemas.openxmlformats.org/drawingml/2006/main" xmlns:r="http://schemas.openxmlformats.org/officeDocument/2006/relationships" xmlns:p="http://schemas.openxmlformats.org/presentationml/2006/main">
  <p:tag name="ROLE" val="title"/>
</p:tagLst>
</file>

<file path=ppt/tags/tag358.xml><?xml version="1.0" encoding="utf-8"?>
<p:tagLst xmlns:a="http://schemas.openxmlformats.org/drawingml/2006/main" xmlns:r="http://schemas.openxmlformats.org/officeDocument/2006/relationships" xmlns:p="http://schemas.openxmlformats.org/presentationml/2006/main">
  <p:tag name="ROLE" val="subtitle2"/>
</p:tagLst>
</file>

<file path=ppt/tags/tag359.xml><?xml version="1.0" encoding="utf-8"?>
<p:tagLst xmlns:a="http://schemas.openxmlformats.org/drawingml/2006/main" xmlns:r="http://schemas.openxmlformats.org/officeDocument/2006/relationships" xmlns:p="http://schemas.openxmlformats.org/presentationml/2006/main">
  <p:tag name="ROLE" val="textplaceholder2"/>
</p:tagLst>
</file>

<file path=ppt/tags/tag360.xml><?xml version="1.0" encoding="utf-8"?>
<p:tagLst xmlns:a="http://schemas.openxmlformats.org/drawingml/2006/main" xmlns:r="http://schemas.openxmlformats.org/officeDocument/2006/relationships" xmlns:p="http://schemas.openxmlformats.org/presentationml/2006/main">
  <p:tag name="ROLE" val="subtitle3"/>
</p:tagLst>
</file>

<file path=ppt/tags/tag361.xml><?xml version="1.0" encoding="utf-8"?>
<p:tagLst xmlns:a="http://schemas.openxmlformats.org/drawingml/2006/main" xmlns:r="http://schemas.openxmlformats.org/officeDocument/2006/relationships" xmlns:p="http://schemas.openxmlformats.org/presentationml/2006/main">
  <p:tag name="ROLE" val="textplaceholder3"/>
</p:tagLst>
</file>

<file path=ppt/tags/tag362.xml><?xml version="1.0" encoding="utf-8"?>
<p:tagLst xmlns:a="http://schemas.openxmlformats.org/drawingml/2006/main" xmlns:r="http://schemas.openxmlformats.org/officeDocument/2006/relationships" xmlns:p="http://schemas.openxmlformats.org/presentationml/2006/main">
  <p:tag name="ROLE" val="subtitle4"/>
</p:tagLst>
</file>

<file path=ppt/tags/tag363.xml><?xml version="1.0" encoding="utf-8"?>
<p:tagLst xmlns:a="http://schemas.openxmlformats.org/drawingml/2006/main" xmlns:r="http://schemas.openxmlformats.org/officeDocument/2006/relationships" xmlns:p="http://schemas.openxmlformats.org/presentationml/2006/main">
  <p:tag name="ROLE" val="textplaceholder4"/>
</p:tagLst>
</file>

<file path=ppt/tags/tag364.xml><?xml version="1.0" encoding="utf-8"?>
<p:tagLst xmlns:a="http://schemas.openxmlformats.org/drawingml/2006/main" xmlns:r="http://schemas.openxmlformats.org/officeDocument/2006/relationships" xmlns:p="http://schemas.openxmlformats.org/presentationml/2006/main">
  <p:tag name="ROLE" val="footer"/>
</p:tagLst>
</file>

<file path=ppt/tags/tag365.xml><?xml version="1.0" encoding="utf-8"?>
<p:tagLst xmlns:a="http://schemas.openxmlformats.org/drawingml/2006/main" xmlns:r="http://schemas.openxmlformats.org/officeDocument/2006/relationships" xmlns:p="http://schemas.openxmlformats.org/presentationml/2006/main">
  <p:tag name="ROLE" val="subtitle1"/>
</p:tagLst>
</file>

<file path=ppt/tags/tag366.xml><?xml version="1.0" encoding="utf-8"?>
<p:tagLst xmlns:a="http://schemas.openxmlformats.org/drawingml/2006/main" xmlns:r="http://schemas.openxmlformats.org/officeDocument/2006/relationships" xmlns:p="http://schemas.openxmlformats.org/presentationml/2006/main">
  <p:tag name="ROLE" val="description1"/>
</p:tagLst>
</file>

<file path=ppt/tags/tag367.xml><?xml version="1.0" encoding="utf-8"?>
<p:tagLst xmlns:a="http://schemas.openxmlformats.org/drawingml/2006/main" xmlns:r="http://schemas.openxmlformats.org/officeDocument/2006/relationships" xmlns:p="http://schemas.openxmlformats.org/presentationml/2006/main">
  <p:tag name="ROLE" val="title"/>
</p:tagLst>
</file>

<file path=ppt/tags/tag368.xml><?xml version="1.0" encoding="utf-8"?>
<p:tagLst xmlns:a="http://schemas.openxmlformats.org/drawingml/2006/main" xmlns:r="http://schemas.openxmlformats.org/officeDocument/2006/relationships" xmlns:p="http://schemas.openxmlformats.org/presentationml/2006/main">
  <p:tag name="ROLE" val="subtitle2"/>
</p:tagLst>
</file>

<file path=ppt/tags/tag369.xml><?xml version="1.0" encoding="utf-8"?>
<p:tagLst xmlns:a="http://schemas.openxmlformats.org/drawingml/2006/main" xmlns:r="http://schemas.openxmlformats.org/officeDocument/2006/relationships" xmlns:p="http://schemas.openxmlformats.org/presentationml/2006/main">
  <p:tag name="ROLE" val="description2"/>
</p:tagLst>
</file>

<file path=ppt/tags/tag370.xml><?xml version="1.0" encoding="utf-8"?>
<p:tagLst xmlns:a="http://schemas.openxmlformats.org/drawingml/2006/main" xmlns:r="http://schemas.openxmlformats.org/officeDocument/2006/relationships" xmlns:p="http://schemas.openxmlformats.org/presentationml/2006/main">
  <p:tag name="ROLE" val="subtitle3"/>
</p:tagLst>
</file>

<file path=ppt/tags/tag371.xml><?xml version="1.0" encoding="utf-8"?>
<p:tagLst xmlns:a="http://schemas.openxmlformats.org/drawingml/2006/main" xmlns:r="http://schemas.openxmlformats.org/officeDocument/2006/relationships" xmlns:p="http://schemas.openxmlformats.org/presentationml/2006/main">
  <p:tag name="ROLE" val="description3"/>
</p:tagLst>
</file>

<file path=ppt/tags/tag372.xml><?xml version="1.0" encoding="utf-8"?>
<p:tagLst xmlns:a="http://schemas.openxmlformats.org/drawingml/2006/main" xmlns:r="http://schemas.openxmlformats.org/officeDocument/2006/relationships" xmlns:p="http://schemas.openxmlformats.org/presentationml/2006/main">
  <p:tag name="ROLE" val="subtitle4"/>
</p:tagLst>
</file>

<file path=ppt/tags/tag373.xml><?xml version="1.0" encoding="utf-8"?>
<p:tagLst xmlns:a="http://schemas.openxmlformats.org/drawingml/2006/main" xmlns:r="http://schemas.openxmlformats.org/officeDocument/2006/relationships" xmlns:p="http://schemas.openxmlformats.org/presentationml/2006/main">
  <p:tag name="ROLE" val="description4"/>
</p:tagLst>
</file>

<file path=ppt/tags/tag374.xml><?xml version="1.0" encoding="utf-8"?>
<p:tagLst xmlns:a="http://schemas.openxmlformats.org/drawingml/2006/main" xmlns:r="http://schemas.openxmlformats.org/officeDocument/2006/relationships" xmlns:p="http://schemas.openxmlformats.org/presentationml/2006/main">
  <p:tag name="ROLE" val="subtitle5"/>
</p:tagLst>
</file>

<file path=ppt/tags/tag375.xml><?xml version="1.0" encoding="utf-8"?>
<p:tagLst xmlns:a="http://schemas.openxmlformats.org/drawingml/2006/main" xmlns:r="http://schemas.openxmlformats.org/officeDocument/2006/relationships" xmlns:p="http://schemas.openxmlformats.org/presentationml/2006/main">
  <p:tag name="ROLE" val="description5"/>
</p:tagLst>
</file>

<file path=ppt/tags/tag376.xml><?xml version="1.0" encoding="utf-8"?>
<p:tagLst xmlns:a="http://schemas.openxmlformats.org/drawingml/2006/main" xmlns:r="http://schemas.openxmlformats.org/officeDocument/2006/relationships" xmlns:p="http://schemas.openxmlformats.org/presentationml/2006/main">
  <p:tag name="ROLE" val="subtitle6"/>
</p:tagLst>
</file>

<file path=ppt/tags/tag377.xml><?xml version="1.0" encoding="utf-8"?>
<p:tagLst xmlns:a="http://schemas.openxmlformats.org/drawingml/2006/main" xmlns:r="http://schemas.openxmlformats.org/officeDocument/2006/relationships" xmlns:p="http://schemas.openxmlformats.org/presentationml/2006/main">
  <p:tag name="ROLE" val="description6"/>
</p:tagLst>
</file>

<file path=ppt/tags/tag378.xml><?xml version="1.0" encoding="utf-8"?>
<p:tagLst xmlns:a="http://schemas.openxmlformats.org/drawingml/2006/main" xmlns:r="http://schemas.openxmlformats.org/officeDocument/2006/relationships" xmlns:p="http://schemas.openxmlformats.org/presentationml/2006/main">
  <p:tag name="ROLE" val="subtitle7"/>
</p:tagLst>
</file>

<file path=ppt/tags/tag379.xml><?xml version="1.0" encoding="utf-8"?>
<p:tagLst xmlns:a="http://schemas.openxmlformats.org/drawingml/2006/main" xmlns:r="http://schemas.openxmlformats.org/officeDocument/2006/relationships" xmlns:p="http://schemas.openxmlformats.org/presentationml/2006/main">
  <p:tag name="ROLE" val="description7"/>
</p:tagLst>
</file>

<file path=ppt/tags/tag380.xml><?xml version="1.0" encoding="utf-8"?>
<p:tagLst xmlns:a="http://schemas.openxmlformats.org/drawingml/2006/main" xmlns:r="http://schemas.openxmlformats.org/officeDocument/2006/relationships" xmlns:p="http://schemas.openxmlformats.org/presentationml/2006/main">
  <p:tag name="ROLE" val="footer"/>
</p:tagLst>
</file>

<file path=ppt/tags/tag381.xml><?xml version="1.0" encoding="utf-8"?>
<p:tagLst xmlns:a="http://schemas.openxmlformats.org/drawingml/2006/main" xmlns:r="http://schemas.openxmlformats.org/officeDocument/2006/relationships" xmlns:p="http://schemas.openxmlformats.org/presentationml/2006/main">
  <p:tag name="ROLE" val="title"/>
</p:tagLst>
</file>

<file path=ppt/tags/tag382.xml><?xml version="1.0" encoding="utf-8"?>
<p:tagLst xmlns:a="http://schemas.openxmlformats.org/drawingml/2006/main" xmlns:r="http://schemas.openxmlformats.org/officeDocument/2006/relationships" xmlns:p="http://schemas.openxmlformats.org/presentationml/2006/main">
  <p:tag name="ROLE" val="footer"/>
</p:tagLst>
</file>

<file path=ppt/tags/tag383.xml><?xml version="1.0" encoding="utf-8"?>
<p:tagLst xmlns:a="http://schemas.openxmlformats.org/drawingml/2006/main" xmlns:r="http://schemas.openxmlformats.org/officeDocument/2006/relationships" xmlns:p="http://schemas.openxmlformats.org/presentationml/2006/main">
  <p:tag name="ROLE" val="title"/>
</p:tagLst>
</file>

<file path=ppt/tags/tag384.xml><?xml version="1.0" encoding="utf-8"?>
<p:tagLst xmlns:a="http://schemas.openxmlformats.org/drawingml/2006/main" xmlns:r="http://schemas.openxmlformats.org/officeDocument/2006/relationships" xmlns:p="http://schemas.openxmlformats.org/presentationml/2006/main">
  <p:tag name="ROLE" val="subtitle1"/>
</p:tagLst>
</file>

<file path=ppt/tags/tag38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86.xml><?xml version="1.0" encoding="utf-8"?>
<p:tagLst xmlns:a="http://schemas.openxmlformats.org/drawingml/2006/main" xmlns:r="http://schemas.openxmlformats.org/officeDocument/2006/relationships" xmlns:p="http://schemas.openxmlformats.org/presentationml/2006/main">
  <p:tag name="ROLE" val="footer"/>
</p:tagLst>
</file>

<file path=ppt/tags/tag387.xml><?xml version="1.0" encoding="utf-8"?>
<p:tagLst xmlns:a="http://schemas.openxmlformats.org/drawingml/2006/main" xmlns:r="http://schemas.openxmlformats.org/officeDocument/2006/relationships" xmlns:p="http://schemas.openxmlformats.org/presentationml/2006/main">
  <p:tag name="ROLE" val="title"/>
</p:tagLst>
</file>

<file path=ppt/tags/tag38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89.xml><?xml version="1.0" encoding="utf-8"?>
<p:tagLst xmlns:a="http://schemas.openxmlformats.org/drawingml/2006/main" xmlns:r="http://schemas.openxmlformats.org/officeDocument/2006/relationships" xmlns:p="http://schemas.openxmlformats.org/presentationml/2006/main">
  <p:tag name="ROLE" val="textplaceholder2"/>
</p:tagLst>
</file>

<file path=ppt/tags/tag390.xml><?xml version="1.0" encoding="utf-8"?>
<p:tagLst xmlns:a="http://schemas.openxmlformats.org/drawingml/2006/main" xmlns:r="http://schemas.openxmlformats.org/officeDocument/2006/relationships" xmlns:p="http://schemas.openxmlformats.org/presentationml/2006/main">
  <p:tag name="ROLE" val="subtitle1"/>
</p:tagLst>
</file>

<file path=ppt/tags/tag391.xml><?xml version="1.0" encoding="utf-8"?>
<p:tagLst xmlns:a="http://schemas.openxmlformats.org/drawingml/2006/main" xmlns:r="http://schemas.openxmlformats.org/officeDocument/2006/relationships" xmlns:p="http://schemas.openxmlformats.org/presentationml/2006/main">
  <p:tag name="ROLE" val="subtitle2"/>
</p:tagLst>
</file>

<file path=ppt/tags/tag392.xml><?xml version="1.0" encoding="utf-8"?>
<p:tagLst xmlns:a="http://schemas.openxmlformats.org/drawingml/2006/main" xmlns:r="http://schemas.openxmlformats.org/officeDocument/2006/relationships" xmlns:p="http://schemas.openxmlformats.org/presentationml/2006/main">
  <p:tag name="ROLE" val="textplaceholder3"/>
</p:tagLst>
</file>

<file path=ppt/tags/tag393.xml><?xml version="1.0" encoding="utf-8"?>
<p:tagLst xmlns:a="http://schemas.openxmlformats.org/drawingml/2006/main" xmlns:r="http://schemas.openxmlformats.org/officeDocument/2006/relationships" xmlns:p="http://schemas.openxmlformats.org/presentationml/2006/main">
  <p:tag name="ROLE" val="subtitle3"/>
</p:tagLst>
</file>

<file path=ppt/tags/tag394.xml><?xml version="1.0" encoding="utf-8"?>
<p:tagLst xmlns:a="http://schemas.openxmlformats.org/drawingml/2006/main" xmlns:r="http://schemas.openxmlformats.org/officeDocument/2006/relationships" xmlns:p="http://schemas.openxmlformats.org/presentationml/2006/main">
  <p:tag name="ROLE" val="value1"/>
</p:tagLst>
</file>

<file path=ppt/tags/tag395.xml><?xml version="1.0" encoding="utf-8"?>
<p:tagLst xmlns:a="http://schemas.openxmlformats.org/drawingml/2006/main" xmlns:r="http://schemas.openxmlformats.org/officeDocument/2006/relationships" xmlns:p="http://schemas.openxmlformats.org/presentationml/2006/main">
  <p:tag name="ROLE" val="value2"/>
</p:tagLst>
</file>

<file path=ppt/tags/tag396.xml><?xml version="1.0" encoding="utf-8"?>
<p:tagLst xmlns:a="http://schemas.openxmlformats.org/drawingml/2006/main" xmlns:r="http://schemas.openxmlformats.org/officeDocument/2006/relationships" xmlns:p="http://schemas.openxmlformats.org/presentationml/2006/main">
  <p:tag name="ROLE" val="value3"/>
</p:tagLst>
</file>

<file path=ppt/tags/tag397.xml><?xml version="1.0" encoding="utf-8"?>
<p:tagLst xmlns:a="http://schemas.openxmlformats.org/drawingml/2006/main" xmlns:r="http://schemas.openxmlformats.org/officeDocument/2006/relationships" xmlns:p="http://schemas.openxmlformats.org/presentationml/2006/main">
  <p:tag name="ROLE" val="footer"/>
</p:tagLst>
</file>

<file path=ppt/tags/tag398.xml><?xml version="1.0" encoding="utf-8"?>
<p:tagLst xmlns:a="http://schemas.openxmlformats.org/drawingml/2006/main" xmlns:r="http://schemas.openxmlformats.org/officeDocument/2006/relationships" xmlns:p="http://schemas.openxmlformats.org/presentationml/2006/main">
  <p:tag name="ROLE" val="title"/>
</p:tagLst>
</file>

<file path=ppt/tags/tag39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00.xml><?xml version="1.0" encoding="utf-8"?>
<p:tagLst xmlns:a="http://schemas.openxmlformats.org/drawingml/2006/main" xmlns:r="http://schemas.openxmlformats.org/officeDocument/2006/relationships" xmlns:p="http://schemas.openxmlformats.org/presentationml/2006/main">
  <p:tag name="ROLE" val="subtitle1"/>
</p:tagLst>
</file>

<file path=ppt/tags/tag401.xml><?xml version="1.0" encoding="utf-8"?>
<p:tagLst xmlns:a="http://schemas.openxmlformats.org/drawingml/2006/main" xmlns:r="http://schemas.openxmlformats.org/officeDocument/2006/relationships" xmlns:p="http://schemas.openxmlformats.org/presentationml/2006/main">
  <p:tag name="ROLE" val="value1"/>
</p:tagLst>
</file>

<file path=ppt/tags/tag402.xml><?xml version="1.0" encoding="utf-8"?>
<p:tagLst xmlns:a="http://schemas.openxmlformats.org/drawingml/2006/main" xmlns:r="http://schemas.openxmlformats.org/officeDocument/2006/relationships" xmlns:p="http://schemas.openxmlformats.org/presentationml/2006/main">
  <p:tag name="ROLE" val="value2"/>
</p:tagLst>
</file>

<file path=ppt/tags/tag403.xml><?xml version="1.0" encoding="utf-8"?>
<p:tagLst xmlns:a="http://schemas.openxmlformats.org/drawingml/2006/main" xmlns:r="http://schemas.openxmlformats.org/officeDocument/2006/relationships" xmlns:p="http://schemas.openxmlformats.org/presentationml/2006/main">
  <p:tag name="ROLE" val="value3"/>
</p:tagLst>
</file>

<file path=ppt/tags/tag40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05.xml><?xml version="1.0" encoding="utf-8"?>
<p:tagLst xmlns:a="http://schemas.openxmlformats.org/drawingml/2006/main" xmlns:r="http://schemas.openxmlformats.org/officeDocument/2006/relationships" xmlns:p="http://schemas.openxmlformats.org/presentationml/2006/main">
  <p:tag name="ROLE" val="subtitle2"/>
</p:tagLst>
</file>

<file path=ppt/tags/tag40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07.xml><?xml version="1.0" encoding="utf-8"?>
<p:tagLst xmlns:a="http://schemas.openxmlformats.org/drawingml/2006/main" xmlns:r="http://schemas.openxmlformats.org/officeDocument/2006/relationships" xmlns:p="http://schemas.openxmlformats.org/presentationml/2006/main">
  <p:tag name="ROLE" val="subtitle3"/>
</p:tagLst>
</file>

<file path=ppt/tags/tag408.xml><?xml version="1.0" encoding="utf-8"?>
<p:tagLst xmlns:a="http://schemas.openxmlformats.org/drawingml/2006/main" xmlns:r="http://schemas.openxmlformats.org/officeDocument/2006/relationships" xmlns:p="http://schemas.openxmlformats.org/presentationml/2006/main">
  <p:tag name="ROLE" val="footer"/>
</p:tagLst>
</file>

<file path=ppt/tags/tag409.xml><?xml version="1.0" encoding="utf-8"?>
<p:tagLst xmlns:a="http://schemas.openxmlformats.org/drawingml/2006/main" xmlns:r="http://schemas.openxmlformats.org/officeDocument/2006/relationships" xmlns:p="http://schemas.openxmlformats.org/presentationml/2006/main">
  <p:tag name="ROLE" val="title"/>
</p:tagLst>
</file>

<file path=ppt/tags/tag41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11.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12.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13.xml><?xml version="1.0" encoding="utf-8"?>
<p:tagLst xmlns:a="http://schemas.openxmlformats.org/drawingml/2006/main" xmlns:r="http://schemas.openxmlformats.org/officeDocument/2006/relationships" xmlns:p="http://schemas.openxmlformats.org/presentationml/2006/main">
  <p:tag name="ROLE" val="subtitle1"/>
</p:tagLst>
</file>

<file path=ppt/tags/tag414.xml><?xml version="1.0" encoding="utf-8"?>
<p:tagLst xmlns:a="http://schemas.openxmlformats.org/drawingml/2006/main" xmlns:r="http://schemas.openxmlformats.org/officeDocument/2006/relationships" xmlns:p="http://schemas.openxmlformats.org/presentationml/2006/main">
  <p:tag name="ROLE" val="subtitle2"/>
</p:tagLst>
</file>

<file path=ppt/tags/tag415.xml><?xml version="1.0" encoding="utf-8"?>
<p:tagLst xmlns:a="http://schemas.openxmlformats.org/drawingml/2006/main" xmlns:r="http://schemas.openxmlformats.org/officeDocument/2006/relationships" xmlns:p="http://schemas.openxmlformats.org/presentationml/2006/main">
  <p:tag name="ROLE" val="subtitle3"/>
</p:tagLst>
</file>

<file path=ppt/tags/tag416.xml><?xml version="1.0" encoding="utf-8"?>
<p:tagLst xmlns:a="http://schemas.openxmlformats.org/drawingml/2006/main" xmlns:r="http://schemas.openxmlformats.org/officeDocument/2006/relationships" xmlns:p="http://schemas.openxmlformats.org/presentationml/2006/main">
  <p:tag name="ROLE" val="footer"/>
</p:tagLst>
</file>

<file path=ppt/tags/tag41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18.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19.xml><?xml version="1.0" encoding="utf-8"?>
<p:tagLst xmlns:a="http://schemas.openxmlformats.org/drawingml/2006/main" xmlns:r="http://schemas.openxmlformats.org/officeDocument/2006/relationships" xmlns:p="http://schemas.openxmlformats.org/presentationml/2006/main">
  <p:tag name="ROLE" val="subtitle1"/>
</p:tagLst>
</file>

<file path=ppt/tags/tag420.xml><?xml version="1.0" encoding="utf-8"?>
<p:tagLst xmlns:a="http://schemas.openxmlformats.org/drawingml/2006/main" xmlns:r="http://schemas.openxmlformats.org/officeDocument/2006/relationships" xmlns:p="http://schemas.openxmlformats.org/presentationml/2006/main">
  <p:tag name="ROLE" val="subtitle2"/>
</p:tagLst>
</file>

<file path=ppt/tags/tag421.xml><?xml version="1.0" encoding="utf-8"?>
<p:tagLst xmlns:a="http://schemas.openxmlformats.org/drawingml/2006/main" xmlns:r="http://schemas.openxmlformats.org/officeDocument/2006/relationships" xmlns:p="http://schemas.openxmlformats.org/presentationml/2006/main">
  <p:tag name="ROLE" val="title"/>
</p:tagLst>
</file>

<file path=ppt/tags/tag422.xml><?xml version="1.0" encoding="utf-8"?>
<p:tagLst xmlns:a="http://schemas.openxmlformats.org/drawingml/2006/main" xmlns:r="http://schemas.openxmlformats.org/officeDocument/2006/relationships" xmlns:p="http://schemas.openxmlformats.org/presentationml/2006/main">
  <p:tag name="ROLE" val="footer"/>
</p:tagLst>
</file>

<file path=ppt/tags/tag42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2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25.xml><?xml version="1.0" encoding="utf-8"?>
<p:tagLst xmlns:a="http://schemas.openxmlformats.org/drawingml/2006/main" xmlns:r="http://schemas.openxmlformats.org/officeDocument/2006/relationships" xmlns:p="http://schemas.openxmlformats.org/presentationml/2006/main">
  <p:tag name="ROLE" val="subtitle1"/>
</p:tagLst>
</file>

<file path=ppt/tags/tag426.xml><?xml version="1.0" encoding="utf-8"?>
<p:tagLst xmlns:a="http://schemas.openxmlformats.org/drawingml/2006/main" xmlns:r="http://schemas.openxmlformats.org/officeDocument/2006/relationships" xmlns:p="http://schemas.openxmlformats.org/presentationml/2006/main">
  <p:tag name="ROLE" val="subtitle2"/>
</p:tagLst>
</file>

<file path=ppt/tags/tag427.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28.xml><?xml version="1.0" encoding="utf-8"?>
<p:tagLst xmlns:a="http://schemas.openxmlformats.org/drawingml/2006/main" xmlns:r="http://schemas.openxmlformats.org/officeDocument/2006/relationships" xmlns:p="http://schemas.openxmlformats.org/presentationml/2006/main">
  <p:tag name="ROLE" val="subtitle3"/>
</p:tagLst>
</file>

<file path=ppt/tags/tag429.xml><?xml version="1.0" encoding="utf-8"?>
<p:tagLst xmlns:a="http://schemas.openxmlformats.org/drawingml/2006/main" xmlns:r="http://schemas.openxmlformats.org/officeDocument/2006/relationships" xmlns:p="http://schemas.openxmlformats.org/presentationml/2006/main">
  <p:tag name="ROLE" val="title"/>
</p:tagLst>
</file>

<file path=ppt/tags/tag430.xml><?xml version="1.0" encoding="utf-8"?>
<p:tagLst xmlns:a="http://schemas.openxmlformats.org/drawingml/2006/main" xmlns:r="http://schemas.openxmlformats.org/officeDocument/2006/relationships" xmlns:p="http://schemas.openxmlformats.org/presentationml/2006/main">
  <p:tag name="ROLE" val="footer"/>
</p:tagLst>
</file>

<file path=ppt/tags/tag431.xml><?xml version="1.0" encoding="utf-8"?>
<p:tagLst xmlns:a="http://schemas.openxmlformats.org/drawingml/2006/main" xmlns:r="http://schemas.openxmlformats.org/officeDocument/2006/relationships" xmlns:p="http://schemas.openxmlformats.org/presentationml/2006/main">
  <p:tag name="ROLE" val="title"/>
</p:tagLst>
</file>

<file path=ppt/tags/tag43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3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34.xml><?xml version="1.0" encoding="utf-8"?>
<p:tagLst xmlns:a="http://schemas.openxmlformats.org/drawingml/2006/main" xmlns:r="http://schemas.openxmlformats.org/officeDocument/2006/relationships" xmlns:p="http://schemas.openxmlformats.org/presentationml/2006/main">
  <p:tag name="ROLE" val="subtitle1"/>
</p:tagLst>
</file>

<file path=ppt/tags/tag435.xml><?xml version="1.0" encoding="utf-8"?>
<p:tagLst xmlns:a="http://schemas.openxmlformats.org/drawingml/2006/main" xmlns:r="http://schemas.openxmlformats.org/officeDocument/2006/relationships" xmlns:p="http://schemas.openxmlformats.org/presentationml/2006/main">
  <p:tag name="ROLE" val="subtitle2"/>
</p:tagLst>
</file>

<file path=ppt/tags/tag43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37.xml><?xml version="1.0" encoding="utf-8"?>
<p:tagLst xmlns:a="http://schemas.openxmlformats.org/drawingml/2006/main" xmlns:r="http://schemas.openxmlformats.org/officeDocument/2006/relationships" xmlns:p="http://schemas.openxmlformats.org/presentationml/2006/main">
  <p:tag name="ROLE" val="textplaceholder4"/>
</p:tagLst>
</file>

<file path=ppt/tags/tag438.xml><?xml version="1.0" encoding="utf-8"?>
<p:tagLst xmlns:a="http://schemas.openxmlformats.org/drawingml/2006/main" xmlns:r="http://schemas.openxmlformats.org/officeDocument/2006/relationships" xmlns:p="http://schemas.openxmlformats.org/presentationml/2006/main">
  <p:tag name="ROLE" val="subtitle3"/>
</p:tagLst>
</file>

<file path=ppt/tags/tag439.xml><?xml version="1.0" encoding="utf-8"?>
<p:tagLst xmlns:a="http://schemas.openxmlformats.org/drawingml/2006/main" xmlns:r="http://schemas.openxmlformats.org/officeDocument/2006/relationships" xmlns:p="http://schemas.openxmlformats.org/presentationml/2006/main">
  <p:tag name="ROLE" val="subtitle4"/>
</p:tagLst>
</file>

<file path=ppt/tags/tag440.xml><?xml version="1.0" encoding="utf-8"?>
<p:tagLst xmlns:a="http://schemas.openxmlformats.org/drawingml/2006/main" xmlns:r="http://schemas.openxmlformats.org/officeDocument/2006/relationships" xmlns:p="http://schemas.openxmlformats.org/presentationml/2006/main">
  <p:tag name="ROLE" val="footer"/>
</p:tagLst>
</file>

<file path=ppt/tags/tag44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42.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43.xml><?xml version="1.0" encoding="utf-8"?>
<p:tagLst xmlns:a="http://schemas.openxmlformats.org/drawingml/2006/main" xmlns:r="http://schemas.openxmlformats.org/officeDocument/2006/relationships" xmlns:p="http://schemas.openxmlformats.org/presentationml/2006/main">
  <p:tag name="ROLE" val="subtitle1"/>
</p:tagLst>
</file>

<file path=ppt/tags/tag444.xml><?xml version="1.0" encoding="utf-8"?>
<p:tagLst xmlns:a="http://schemas.openxmlformats.org/drawingml/2006/main" xmlns:r="http://schemas.openxmlformats.org/officeDocument/2006/relationships" xmlns:p="http://schemas.openxmlformats.org/presentationml/2006/main">
  <p:tag name="ROLE" val="subtitle2"/>
</p:tagLst>
</file>

<file path=ppt/tags/tag445.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46.xml><?xml version="1.0" encoding="utf-8"?>
<p:tagLst xmlns:a="http://schemas.openxmlformats.org/drawingml/2006/main" xmlns:r="http://schemas.openxmlformats.org/officeDocument/2006/relationships" xmlns:p="http://schemas.openxmlformats.org/presentationml/2006/main">
  <p:tag name="ROLE" val="subtitle3"/>
</p:tagLst>
</file>

<file path=ppt/tags/tag447.xml><?xml version="1.0" encoding="utf-8"?>
<p:tagLst xmlns:a="http://schemas.openxmlformats.org/drawingml/2006/main" xmlns:r="http://schemas.openxmlformats.org/officeDocument/2006/relationships" xmlns:p="http://schemas.openxmlformats.org/presentationml/2006/main">
  <p:tag name="ROLE" val="title"/>
</p:tagLst>
</file>

<file path=ppt/tags/tag448.xml><?xml version="1.0" encoding="utf-8"?>
<p:tagLst xmlns:a="http://schemas.openxmlformats.org/drawingml/2006/main" xmlns:r="http://schemas.openxmlformats.org/officeDocument/2006/relationships" xmlns:p="http://schemas.openxmlformats.org/presentationml/2006/main">
  <p:tag name="ROLE" val="footer"/>
</p:tagLst>
</file>

<file path=ppt/tags/tag449.xml><?xml version="1.0" encoding="utf-8"?>
<p:tagLst xmlns:a="http://schemas.openxmlformats.org/drawingml/2006/main" xmlns:r="http://schemas.openxmlformats.org/officeDocument/2006/relationships" xmlns:p="http://schemas.openxmlformats.org/presentationml/2006/main">
  <p:tag name="ROLE" val="subtitle1"/>
</p:tagLst>
</file>

<file path=ppt/tags/tag450.xml><?xml version="1.0" encoding="utf-8"?>
<p:tagLst xmlns:a="http://schemas.openxmlformats.org/drawingml/2006/main" xmlns:r="http://schemas.openxmlformats.org/officeDocument/2006/relationships" xmlns:p="http://schemas.openxmlformats.org/presentationml/2006/main">
  <p:tag name="ROLE" val="title"/>
</p:tagLst>
</file>

<file path=ppt/tags/tag45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52.xml><?xml version="1.0" encoding="utf-8"?>
<p:tagLst xmlns:a="http://schemas.openxmlformats.org/drawingml/2006/main" xmlns:r="http://schemas.openxmlformats.org/officeDocument/2006/relationships" xmlns:p="http://schemas.openxmlformats.org/presentationml/2006/main">
  <p:tag name="ROLE" val="subtitle2"/>
</p:tagLst>
</file>

<file path=ppt/tags/tag45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54.xml><?xml version="1.0" encoding="utf-8"?>
<p:tagLst xmlns:a="http://schemas.openxmlformats.org/drawingml/2006/main" xmlns:r="http://schemas.openxmlformats.org/officeDocument/2006/relationships" xmlns:p="http://schemas.openxmlformats.org/presentationml/2006/main">
  <p:tag name="ROLE" val="footer"/>
</p:tagLst>
</file>

<file path=ppt/tags/tag455.xml><?xml version="1.0" encoding="utf-8"?>
<p:tagLst xmlns:a="http://schemas.openxmlformats.org/drawingml/2006/main" xmlns:r="http://schemas.openxmlformats.org/officeDocument/2006/relationships" xmlns:p="http://schemas.openxmlformats.org/presentationml/2006/main">
  <p:tag name="ROLE" val="title"/>
</p:tagLst>
</file>

<file path=ppt/tags/tag456.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57.xml><?xml version="1.0" encoding="utf-8"?>
<p:tagLst xmlns:a="http://schemas.openxmlformats.org/drawingml/2006/main" xmlns:r="http://schemas.openxmlformats.org/officeDocument/2006/relationships" xmlns:p="http://schemas.openxmlformats.org/presentationml/2006/main">
  <p:tag name="ROLE" val="footer"/>
</p:tagLst>
</file>

<file path=ppt/tags/tag458.xml><?xml version="1.0" encoding="utf-8"?>
<p:tagLst xmlns:a="http://schemas.openxmlformats.org/drawingml/2006/main" xmlns:r="http://schemas.openxmlformats.org/officeDocument/2006/relationships" xmlns:p="http://schemas.openxmlformats.org/presentationml/2006/main">
  <p:tag name="ROLE" val="title"/>
</p:tagLst>
</file>

<file path=ppt/tags/tag45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60.xml><?xml version="1.0" encoding="utf-8"?>
<p:tagLst xmlns:a="http://schemas.openxmlformats.org/drawingml/2006/main" xmlns:r="http://schemas.openxmlformats.org/officeDocument/2006/relationships" xmlns:p="http://schemas.openxmlformats.org/presentationml/2006/main">
  <p:tag name="ROLE" val="footer"/>
</p:tagLst>
</file>

<file path=ppt/tags/tag461.xml><?xml version="1.0" encoding="utf-8"?>
<p:tagLst xmlns:a="http://schemas.openxmlformats.org/drawingml/2006/main" xmlns:r="http://schemas.openxmlformats.org/officeDocument/2006/relationships" xmlns:p="http://schemas.openxmlformats.org/presentationml/2006/main">
  <p:tag name="ROLE" val="title"/>
</p:tagLst>
</file>

<file path=ppt/tags/tag46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6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64.xml><?xml version="1.0" encoding="utf-8"?>
<p:tagLst xmlns:a="http://schemas.openxmlformats.org/drawingml/2006/main" xmlns:r="http://schemas.openxmlformats.org/officeDocument/2006/relationships" xmlns:p="http://schemas.openxmlformats.org/presentationml/2006/main">
  <p:tag name="ROLE" val="subtitle1"/>
</p:tagLst>
</file>

<file path=ppt/tags/tag465.xml><?xml version="1.0" encoding="utf-8"?>
<p:tagLst xmlns:a="http://schemas.openxmlformats.org/drawingml/2006/main" xmlns:r="http://schemas.openxmlformats.org/officeDocument/2006/relationships" xmlns:p="http://schemas.openxmlformats.org/presentationml/2006/main">
  <p:tag name="ROLE" val="subtitle2"/>
</p:tagLst>
</file>

<file path=ppt/tags/tag46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67.xml><?xml version="1.0" encoding="utf-8"?>
<p:tagLst xmlns:a="http://schemas.openxmlformats.org/drawingml/2006/main" xmlns:r="http://schemas.openxmlformats.org/officeDocument/2006/relationships" xmlns:p="http://schemas.openxmlformats.org/presentationml/2006/main">
  <p:tag name="ROLE" val="subtitle3"/>
</p:tagLst>
</file>

<file path=ppt/tags/tag468.xml><?xml version="1.0" encoding="utf-8"?>
<p:tagLst xmlns:a="http://schemas.openxmlformats.org/drawingml/2006/main" xmlns:r="http://schemas.openxmlformats.org/officeDocument/2006/relationships" xmlns:p="http://schemas.openxmlformats.org/presentationml/2006/main">
  <p:tag name="ROLE" val="textplaceholder4"/>
</p:tagLst>
</file>

<file path=ppt/tags/tag469.xml><?xml version="1.0" encoding="utf-8"?>
<p:tagLst xmlns:a="http://schemas.openxmlformats.org/drawingml/2006/main" xmlns:r="http://schemas.openxmlformats.org/officeDocument/2006/relationships" xmlns:p="http://schemas.openxmlformats.org/presentationml/2006/main">
  <p:tag name="ROLE" val="subtitle4"/>
</p:tagLst>
</file>

<file path=ppt/tags/tag470.xml><?xml version="1.0" encoding="utf-8"?>
<p:tagLst xmlns:a="http://schemas.openxmlformats.org/drawingml/2006/main" xmlns:r="http://schemas.openxmlformats.org/officeDocument/2006/relationships" xmlns:p="http://schemas.openxmlformats.org/presentationml/2006/main">
  <p:tag name="ROLE" val="textplaceholder5"/>
</p:tagLst>
</file>

<file path=ppt/tags/tag471.xml><?xml version="1.0" encoding="utf-8"?>
<p:tagLst xmlns:a="http://schemas.openxmlformats.org/drawingml/2006/main" xmlns:r="http://schemas.openxmlformats.org/officeDocument/2006/relationships" xmlns:p="http://schemas.openxmlformats.org/presentationml/2006/main">
  <p:tag name="ROLE" val="subtitle5"/>
</p:tagLst>
</file>

<file path=ppt/tags/tag472.xml><?xml version="1.0" encoding="utf-8"?>
<p:tagLst xmlns:a="http://schemas.openxmlformats.org/drawingml/2006/main" xmlns:r="http://schemas.openxmlformats.org/officeDocument/2006/relationships" xmlns:p="http://schemas.openxmlformats.org/presentationml/2006/main">
  <p:tag name="ROLE" val="footer"/>
</p:tagLst>
</file>

<file path=ppt/tags/tag473.xml><?xml version="1.0" encoding="utf-8"?>
<p:tagLst xmlns:a="http://schemas.openxmlformats.org/drawingml/2006/main" xmlns:r="http://schemas.openxmlformats.org/officeDocument/2006/relationships" xmlns:p="http://schemas.openxmlformats.org/presentationml/2006/main">
  <p:tag name="ROLE" val="subtitle1"/>
</p:tagLst>
</file>

<file path=ppt/tags/tag47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75.xml><?xml version="1.0" encoding="utf-8"?>
<p:tagLst xmlns:a="http://schemas.openxmlformats.org/drawingml/2006/main" xmlns:r="http://schemas.openxmlformats.org/officeDocument/2006/relationships" xmlns:p="http://schemas.openxmlformats.org/presentationml/2006/main">
  <p:tag name="ROLE" val="footer"/>
</p:tagLst>
</file>

<file path=ppt/tags/tag476.xml><?xml version="1.0" encoding="utf-8"?>
<p:tagLst xmlns:a="http://schemas.openxmlformats.org/drawingml/2006/main" xmlns:r="http://schemas.openxmlformats.org/officeDocument/2006/relationships" xmlns:p="http://schemas.openxmlformats.org/presentationml/2006/main">
  <p:tag name="ROLE" val="title"/>
</p:tagLst>
</file>

<file path=ppt/tags/tag47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78.xml><?xml version="1.0" encoding="utf-8"?>
<p:tagLst xmlns:a="http://schemas.openxmlformats.org/drawingml/2006/main" xmlns:r="http://schemas.openxmlformats.org/officeDocument/2006/relationships" xmlns:p="http://schemas.openxmlformats.org/presentationml/2006/main">
  <p:tag name="ROLE" val="footer"/>
</p:tagLst>
</file>

<file path=ppt/tags/tag479.xml><?xml version="1.0" encoding="utf-8"?>
<p:tagLst xmlns:a="http://schemas.openxmlformats.org/drawingml/2006/main" xmlns:r="http://schemas.openxmlformats.org/officeDocument/2006/relationships" xmlns:p="http://schemas.openxmlformats.org/presentationml/2006/main">
  <p:tag name="ROLE" val="title"/>
</p:tagLst>
</file>

<file path=ppt/tags/tag48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81.xml><?xml version="1.0" encoding="utf-8"?>
<p:tagLst xmlns:a="http://schemas.openxmlformats.org/drawingml/2006/main" xmlns:r="http://schemas.openxmlformats.org/officeDocument/2006/relationships" xmlns:p="http://schemas.openxmlformats.org/presentationml/2006/main">
  <p:tag name="ROLE" val="footer"/>
</p:tagLst>
</file>

<file path=ppt/tags/tag482.xml><?xml version="1.0" encoding="utf-8"?>
<p:tagLst xmlns:a="http://schemas.openxmlformats.org/drawingml/2006/main" xmlns:r="http://schemas.openxmlformats.org/officeDocument/2006/relationships" xmlns:p="http://schemas.openxmlformats.org/presentationml/2006/main">
  <p:tag name="ROLE" val="title"/>
</p:tagLst>
</file>

<file path=ppt/tags/tag48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84.xml><?xml version="1.0" encoding="utf-8"?>
<p:tagLst xmlns:a="http://schemas.openxmlformats.org/drawingml/2006/main" xmlns:r="http://schemas.openxmlformats.org/officeDocument/2006/relationships" xmlns:p="http://schemas.openxmlformats.org/presentationml/2006/main">
  <p:tag name="ROLE" val="footer"/>
</p:tagLst>
</file>

<file path=ppt/tags/tag485.xml><?xml version="1.0" encoding="utf-8"?>
<p:tagLst xmlns:a="http://schemas.openxmlformats.org/drawingml/2006/main" xmlns:r="http://schemas.openxmlformats.org/officeDocument/2006/relationships" xmlns:p="http://schemas.openxmlformats.org/presentationml/2006/main">
  <p:tag name="ROLE" val="title"/>
</p:tagLst>
</file>

<file path=ppt/tags/tag486.xml><?xml version="1.0" encoding="utf-8"?>
<p:tagLst xmlns:a="http://schemas.openxmlformats.org/drawingml/2006/main" xmlns:r="http://schemas.openxmlformats.org/officeDocument/2006/relationships" xmlns:p="http://schemas.openxmlformats.org/presentationml/2006/main">
  <p:tag name="ROLE" val="footer"/>
</p:tagLst>
</file>

<file path=ppt/tags/tag487.xml><?xml version="1.0" encoding="utf-8"?>
<p:tagLst xmlns:a="http://schemas.openxmlformats.org/drawingml/2006/main" xmlns:r="http://schemas.openxmlformats.org/officeDocument/2006/relationships" xmlns:p="http://schemas.openxmlformats.org/presentationml/2006/main">
  <p:tag name="ROLE" val="footer"/>
</p:tagLst>
</file>

<file path=ppt/tags/tag488.xml><?xml version="1.0" encoding="utf-8"?>
<p:tagLst xmlns:a="http://schemas.openxmlformats.org/drawingml/2006/main" xmlns:r="http://schemas.openxmlformats.org/officeDocument/2006/relationships" xmlns:p="http://schemas.openxmlformats.org/presentationml/2006/main">
  <p:tag name="ROLE" val="subtitle1"/>
</p:tagLst>
</file>

<file path=ppt/tags/tag489.xml><?xml version="1.0" encoding="utf-8"?>
<p:tagLst xmlns:a="http://schemas.openxmlformats.org/drawingml/2006/main" xmlns:r="http://schemas.openxmlformats.org/officeDocument/2006/relationships" xmlns:p="http://schemas.openxmlformats.org/presentationml/2006/main">
  <p:tag name="ROLE" val="title"/>
</p:tagLst>
</file>

<file path=ppt/tags/tag490.xml><?xml version="1.0" encoding="utf-8"?>
<p:tagLst xmlns:a="http://schemas.openxmlformats.org/drawingml/2006/main" xmlns:r="http://schemas.openxmlformats.org/officeDocument/2006/relationships" xmlns:p="http://schemas.openxmlformats.org/presentationml/2006/main">
  <p:tag name="ROLE" val="subtitle2"/>
</p:tagLst>
</file>

<file path=ppt/tags/tag491.xml><?xml version="1.0" encoding="utf-8"?>
<p:tagLst xmlns:a="http://schemas.openxmlformats.org/drawingml/2006/main" xmlns:r="http://schemas.openxmlformats.org/officeDocument/2006/relationships" xmlns:p="http://schemas.openxmlformats.org/presentationml/2006/main">
  <p:tag name="ROLE" val="footer"/>
</p:tagLst>
</file>

<file path=ppt/tags/tag49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93.xml><?xml version="1.0" encoding="utf-8"?>
<p:tagLst xmlns:a="http://schemas.openxmlformats.org/drawingml/2006/main" xmlns:r="http://schemas.openxmlformats.org/officeDocument/2006/relationships" xmlns:p="http://schemas.openxmlformats.org/presentationml/2006/main">
  <p:tag name="ROLE" val="title"/>
</p:tagLst>
</file>

<file path=ppt/tags/tag49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95.xml><?xml version="1.0" encoding="utf-8"?>
<p:tagLst xmlns:a="http://schemas.openxmlformats.org/drawingml/2006/main" xmlns:r="http://schemas.openxmlformats.org/officeDocument/2006/relationships" xmlns:p="http://schemas.openxmlformats.org/presentationml/2006/main">
  <p:tag name="ROLE" val="footer"/>
</p:tagLst>
</file>

<file path=ppt/tags/tag496.xml><?xml version="1.0" encoding="utf-8"?>
<p:tagLst xmlns:a="http://schemas.openxmlformats.org/drawingml/2006/main" xmlns:r="http://schemas.openxmlformats.org/officeDocument/2006/relationships" xmlns:p="http://schemas.openxmlformats.org/presentationml/2006/main">
  <p:tag name="ROLE" val="title"/>
</p:tagLst>
</file>

<file path=ppt/tags/tag497.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498.xml><?xml version="1.0" encoding="utf-8"?>
<p:tagLst xmlns:a="http://schemas.openxmlformats.org/drawingml/2006/main" xmlns:r="http://schemas.openxmlformats.org/officeDocument/2006/relationships" xmlns:p="http://schemas.openxmlformats.org/presentationml/2006/main">
  <p:tag name="ROLE" val="footer"/>
</p:tagLst>
</file>

<file path=ppt/tags/tag499.xml><?xml version="1.0" encoding="utf-8"?>
<p:tagLst xmlns:a="http://schemas.openxmlformats.org/drawingml/2006/main" xmlns:r="http://schemas.openxmlformats.org/officeDocument/2006/relationships" xmlns:p="http://schemas.openxmlformats.org/presentationml/2006/main">
  <p:tag name="ROLE" val="subtitle1"/>
</p:tagLst>
</file>

<file path=ppt/tags/tag500.xml><?xml version="1.0" encoding="utf-8"?>
<p:tagLst xmlns:a="http://schemas.openxmlformats.org/drawingml/2006/main" xmlns:r="http://schemas.openxmlformats.org/officeDocument/2006/relationships" xmlns:p="http://schemas.openxmlformats.org/presentationml/2006/main">
  <p:tag name="ROLE" val="title"/>
</p:tagLst>
</file>

<file path=ppt/tags/tag501.xml><?xml version="1.0" encoding="utf-8"?>
<p:tagLst xmlns:a="http://schemas.openxmlformats.org/drawingml/2006/main" xmlns:r="http://schemas.openxmlformats.org/officeDocument/2006/relationships" xmlns:p="http://schemas.openxmlformats.org/presentationml/2006/main">
  <p:tag name="ROLE" val="footer"/>
</p:tagLst>
</file>

<file path=ppt/tags/tag502.xml><?xml version="1.0" encoding="utf-8"?>
<p:tagLst xmlns:a="http://schemas.openxmlformats.org/drawingml/2006/main" xmlns:r="http://schemas.openxmlformats.org/officeDocument/2006/relationships" xmlns:p="http://schemas.openxmlformats.org/presentationml/2006/main">
  <p:tag name="ROLE" val="subtitle1"/>
</p:tagLst>
</file>

<file path=ppt/tags/tag503.xml><?xml version="1.0" encoding="utf-8"?>
<p:tagLst xmlns:a="http://schemas.openxmlformats.org/drawingml/2006/main" xmlns:r="http://schemas.openxmlformats.org/officeDocument/2006/relationships" xmlns:p="http://schemas.openxmlformats.org/presentationml/2006/main">
  <p:tag name="ROLE" val="title"/>
</p:tagLst>
</file>

<file path=ppt/tags/tag50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0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06.xml><?xml version="1.0" encoding="utf-8"?>
<p:tagLst xmlns:a="http://schemas.openxmlformats.org/drawingml/2006/main" xmlns:r="http://schemas.openxmlformats.org/officeDocument/2006/relationships" xmlns:p="http://schemas.openxmlformats.org/presentationml/2006/main">
  <p:tag name="ROLE" val="footer"/>
</p:tagLst>
</file>

<file path=ppt/tags/tag507.xml><?xml version="1.0" encoding="utf-8"?>
<p:tagLst xmlns:a="http://schemas.openxmlformats.org/drawingml/2006/main" xmlns:r="http://schemas.openxmlformats.org/officeDocument/2006/relationships" xmlns:p="http://schemas.openxmlformats.org/presentationml/2006/main">
  <p:tag name="ROLE" val="subtitle1"/>
</p:tagLst>
</file>

<file path=ppt/tags/tag508.xml><?xml version="1.0" encoding="utf-8"?>
<p:tagLst xmlns:a="http://schemas.openxmlformats.org/drawingml/2006/main" xmlns:r="http://schemas.openxmlformats.org/officeDocument/2006/relationships" xmlns:p="http://schemas.openxmlformats.org/presentationml/2006/main">
  <p:tag name="ROLE" val="title"/>
</p:tagLst>
</file>

<file path=ppt/tags/tag50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1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11.xml><?xml version="1.0" encoding="utf-8"?>
<p:tagLst xmlns:a="http://schemas.openxmlformats.org/drawingml/2006/main" xmlns:r="http://schemas.openxmlformats.org/officeDocument/2006/relationships" xmlns:p="http://schemas.openxmlformats.org/presentationml/2006/main">
  <p:tag name="ROLE" val="footer"/>
</p:tagLst>
</file>

<file path=ppt/tags/tag512.xml><?xml version="1.0" encoding="utf-8"?>
<p:tagLst xmlns:a="http://schemas.openxmlformats.org/drawingml/2006/main" xmlns:r="http://schemas.openxmlformats.org/officeDocument/2006/relationships" xmlns:p="http://schemas.openxmlformats.org/presentationml/2006/main">
  <p:tag name="ROLE" val="title"/>
</p:tagLst>
</file>

<file path=ppt/tags/tag51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1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15.xml><?xml version="1.0" encoding="utf-8"?>
<p:tagLst xmlns:a="http://schemas.openxmlformats.org/drawingml/2006/main" xmlns:r="http://schemas.openxmlformats.org/officeDocument/2006/relationships" xmlns:p="http://schemas.openxmlformats.org/presentationml/2006/main">
  <p:tag name="ROLE" val="subtitle1"/>
</p:tagLst>
</file>

<file path=ppt/tags/tag516.xml><?xml version="1.0" encoding="utf-8"?>
<p:tagLst xmlns:a="http://schemas.openxmlformats.org/drawingml/2006/main" xmlns:r="http://schemas.openxmlformats.org/officeDocument/2006/relationships" xmlns:p="http://schemas.openxmlformats.org/presentationml/2006/main">
  <p:tag name="ROLE" val="subtitle2"/>
</p:tagLst>
</file>

<file path=ppt/tags/tag517.xml><?xml version="1.0" encoding="utf-8"?>
<p:tagLst xmlns:a="http://schemas.openxmlformats.org/drawingml/2006/main" xmlns:r="http://schemas.openxmlformats.org/officeDocument/2006/relationships" xmlns:p="http://schemas.openxmlformats.org/presentationml/2006/main">
  <p:tag name="ROLE" val="footer"/>
</p:tagLst>
</file>

<file path=ppt/tags/tag518.xml><?xml version="1.0" encoding="utf-8"?>
<p:tagLst xmlns:a="http://schemas.openxmlformats.org/drawingml/2006/main" xmlns:r="http://schemas.openxmlformats.org/officeDocument/2006/relationships" xmlns:p="http://schemas.openxmlformats.org/presentationml/2006/main">
  <p:tag name="ROLE" val="subtitle1"/>
</p:tagLst>
</file>

<file path=ppt/tags/tag519.xml><?xml version="1.0" encoding="utf-8"?>
<p:tagLst xmlns:a="http://schemas.openxmlformats.org/drawingml/2006/main" xmlns:r="http://schemas.openxmlformats.org/officeDocument/2006/relationships" xmlns:p="http://schemas.openxmlformats.org/presentationml/2006/main">
  <p:tag name="ROLE" val="title"/>
</p:tagLst>
</file>

<file path=ppt/tags/tag520.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2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22.xml><?xml version="1.0" encoding="utf-8"?>
<p:tagLst xmlns:a="http://schemas.openxmlformats.org/drawingml/2006/main" xmlns:r="http://schemas.openxmlformats.org/officeDocument/2006/relationships" xmlns:p="http://schemas.openxmlformats.org/presentationml/2006/main">
  <p:tag name="ROLE" val="footer"/>
</p:tagLst>
</file>

<file path=ppt/tags/tag523.xml><?xml version="1.0" encoding="utf-8"?>
<p:tagLst xmlns:a="http://schemas.openxmlformats.org/drawingml/2006/main" xmlns:r="http://schemas.openxmlformats.org/officeDocument/2006/relationships" xmlns:p="http://schemas.openxmlformats.org/presentationml/2006/main">
  <p:tag name="ROLE" val="subtitle1"/>
</p:tagLst>
</file>

<file path=ppt/tags/tag524.xml><?xml version="1.0" encoding="utf-8"?>
<p:tagLst xmlns:a="http://schemas.openxmlformats.org/drawingml/2006/main" xmlns:r="http://schemas.openxmlformats.org/officeDocument/2006/relationships" xmlns:p="http://schemas.openxmlformats.org/presentationml/2006/main">
  <p:tag name="ROLE" val="title"/>
</p:tagLst>
</file>

<file path=ppt/tags/tag525.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26.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27.xml><?xml version="1.0" encoding="utf-8"?>
<p:tagLst xmlns:a="http://schemas.openxmlformats.org/drawingml/2006/main" xmlns:r="http://schemas.openxmlformats.org/officeDocument/2006/relationships" xmlns:p="http://schemas.openxmlformats.org/presentationml/2006/main">
  <p:tag name="ROLE" val="footer"/>
</p:tagLst>
</file>

<file path=ppt/tags/tag528.xml><?xml version="1.0" encoding="utf-8"?>
<p:tagLst xmlns:a="http://schemas.openxmlformats.org/drawingml/2006/main" xmlns:r="http://schemas.openxmlformats.org/officeDocument/2006/relationships" xmlns:p="http://schemas.openxmlformats.org/presentationml/2006/main">
  <p:tag name="ROLE" val="subtitle1"/>
</p:tagLst>
</file>

<file path=ppt/tags/tag529.xml><?xml version="1.0" encoding="utf-8"?>
<p:tagLst xmlns:a="http://schemas.openxmlformats.org/drawingml/2006/main" xmlns:r="http://schemas.openxmlformats.org/officeDocument/2006/relationships" xmlns:p="http://schemas.openxmlformats.org/presentationml/2006/main">
  <p:tag name="ROLE" val="title"/>
</p:tagLst>
</file>

<file path=ppt/tags/tag530.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3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32.xml><?xml version="1.0" encoding="utf-8"?>
<p:tagLst xmlns:a="http://schemas.openxmlformats.org/drawingml/2006/main" xmlns:r="http://schemas.openxmlformats.org/officeDocument/2006/relationships" xmlns:p="http://schemas.openxmlformats.org/presentationml/2006/main">
  <p:tag name="ROLE" val="footer"/>
</p:tagLst>
</file>

<file path=ppt/tags/tag533.xml><?xml version="1.0" encoding="utf-8"?>
<p:tagLst xmlns:a="http://schemas.openxmlformats.org/drawingml/2006/main" xmlns:r="http://schemas.openxmlformats.org/officeDocument/2006/relationships" xmlns:p="http://schemas.openxmlformats.org/presentationml/2006/main">
  <p:tag name="ROLE" val="subtitle1"/>
</p:tagLst>
</file>

<file path=ppt/tags/tag534.xml><?xml version="1.0" encoding="utf-8"?>
<p:tagLst xmlns:a="http://schemas.openxmlformats.org/drawingml/2006/main" xmlns:r="http://schemas.openxmlformats.org/officeDocument/2006/relationships" xmlns:p="http://schemas.openxmlformats.org/presentationml/2006/main">
  <p:tag name="ROLE" val="title"/>
</p:tagLst>
</file>

<file path=ppt/tags/tag535.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36.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37.xml><?xml version="1.0" encoding="utf-8"?>
<p:tagLst xmlns:a="http://schemas.openxmlformats.org/drawingml/2006/main" xmlns:r="http://schemas.openxmlformats.org/officeDocument/2006/relationships" xmlns:p="http://schemas.openxmlformats.org/presentationml/2006/main">
  <p:tag name="ROLE" val="footer"/>
</p:tagLst>
</file>

<file path=ppt/tags/tag538.xml><?xml version="1.0" encoding="utf-8"?>
<p:tagLst xmlns:a="http://schemas.openxmlformats.org/drawingml/2006/main" xmlns:r="http://schemas.openxmlformats.org/officeDocument/2006/relationships" xmlns:p="http://schemas.openxmlformats.org/presentationml/2006/main">
  <p:tag name="ROLE" val="title"/>
</p:tagLst>
</file>

<file path=ppt/tags/tag53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4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41.xml><?xml version="1.0" encoding="utf-8"?>
<p:tagLst xmlns:a="http://schemas.openxmlformats.org/drawingml/2006/main" xmlns:r="http://schemas.openxmlformats.org/officeDocument/2006/relationships" xmlns:p="http://schemas.openxmlformats.org/presentationml/2006/main">
  <p:tag name="ROLE" val="subtitle1"/>
</p:tagLst>
</file>

<file path=ppt/tags/tag542.xml><?xml version="1.0" encoding="utf-8"?>
<p:tagLst xmlns:a="http://schemas.openxmlformats.org/drawingml/2006/main" xmlns:r="http://schemas.openxmlformats.org/officeDocument/2006/relationships" xmlns:p="http://schemas.openxmlformats.org/presentationml/2006/main">
  <p:tag name="ROLE" val="subtitle2"/>
</p:tagLst>
</file>

<file path=ppt/tags/tag543.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44.xml><?xml version="1.0" encoding="utf-8"?>
<p:tagLst xmlns:a="http://schemas.openxmlformats.org/drawingml/2006/main" xmlns:r="http://schemas.openxmlformats.org/officeDocument/2006/relationships" xmlns:p="http://schemas.openxmlformats.org/presentationml/2006/main">
  <p:tag name="ROLE" val="footer"/>
</p:tagLst>
</file>

<file path=ppt/tags/tag545.xml><?xml version="1.0" encoding="utf-8"?>
<p:tagLst xmlns:a="http://schemas.openxmlformats.org/drawingml/2006/main" xmlns:r="http://schemas.openxmlformats.org/officeDocument/2006/relationships" xmlns:p="http://schemas.openxmlformats.org/presentationml/2006/main">
  <p:tag name="ROLE" val="subtitle1"/>
</p:tagLst>
</file>

<file path=ppt/tags/tag546.xml><?xml version="1.0" encoding="utf-8"?>
<p:tagLst xmlns:a="http://schemas.openxmlformats.org/drawingml/2006/main" xmlns:r="http://schemas.openxmlformats.org/officeDocument/2006/relationships" xmlns:p="http://schemas.openxmlformats.org/presentationml/2006/main">
  <p:tag name="ROLE" val="title"/>
</p:tagLst>
</file>

<file path=ppt/tags/tag547.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4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49.xml><?xml version="1.0" encoding="utf-8"?>
<p:tagLst xmlns:a="http://schemas.openxmlformats.org/drawingml/2006/main" xmlns:r="http://schemas.openxmlformats.org/officeDocument/2006/relationships" xmlns:p="http://schemas.openxmlformats.org/presentationml/2006/main">
  <p:tag name="ROLE" val="footer"/>
</p:tagLst>
</file>

<file path=ppt/tags/tag550.xml><?xml version="1.0" encoding="utf-8"?>
<p:tagLst xmlns:a="http://schemas.openxmlformats.org/drawingml/2006/main" xmlns:r="http://schemas.openxmlformats.org/officeDocument/2006/relationships" xmlns:p="http://schemas.openxmlformats.org/presentationml/2006/main">
  <p:tag name="ROLE" val="subtitle1"/>
</p:tagLst>
</file>

<file path=ppt/tags/tag551.xml><?xml version="1.0" encoding="utf-8"?>
<p:tagLst xmlns:a="http://schemas.openxmlformats.org/drawingml/2006/main" xmlns:r="http://schemas.openxmlformats.org/officeDocument/2006/relationships" xmlns:p="http://schemas.openxmlformats.org/presentationml/2006/main">
  <p:tag name="ROLE" val="title"/>
</p:tagLst>
</file>

<file path=ppt/tags/tag552.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5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54.xml><?xml version="1.0" encoding="utf-8"?>
<p:tagLst xmlns:a="http://schemas.openxmlformats.org/drawingml/2006/main" xmlns:r="http://schemas.openxmlformats.org/officeDocument/2006/relationships" xmlns:p="http://schemas.openxmlformats.org/presentationml/2006/main">
  <p:tag name="ROLE" val="footer"/>
</p:tagLst>
</file>

<file path=ppt/tags/tag555.xml><?xml version="1.0" encoding="utf-8"?>
<p:tagLst xmlns:a="http://schemas.openxmlformats.org/drawingml/2006/main" xmlns:r="http://schemas.openxmlformats.org/officeDocument/2006/relationships" xmlns:p="http://schemas.openxmlformats.org/presentationml/2006/main">
  <p:tag name="ROLE" val="subtitle1"/>
</p:tagLst>
</file>

<file path=ppt/tags/tag556.xml><?xml version="1.0" encoding="utf-8"?>
<p:tagLst xmlns:a="http://schemas.openxmlformats.org/drawingml/2006/main" xmlns:r="http://schemas.openxmlformats.org/officeDocument/2006/relationships" xmlns:p="http://schemas.openxmlformats.org/presentationml/2006/main">
  <p:tag name="ROLE" val="title"/>
</p:tagLst>
</file>

<file path=ppt/tags/tag557.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58.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59.xml><?xml version="1.0" encoding="utf-8"?>
<p:tagLst xmlns:a="http://schemas.openxmlformats.org/drawingml/2006/main" xmlns:r="http://schemas.openxmlformats.org/officeDocument/2006/relationships" xmlns:p="http://schemas.openxmlformats.org/presentationml/2006/main">
  <p:tag name="ROLE" val="footer"/>
</p:tagLst>
</file>

<file path=ppt/tags/tag560.xml><?xml version="1.0" encoding="utf-8"?>
<p:tagLst xmlns:a="http://schemas.openxmlformats.org/drawingml/2006/main" xmlns:r="http://schemas.openxmlformats.org/officeDocument/2006/relationships" xmlns:p="http://schemas.openxmlformats.org/presentationml/2006/main">
  <p:tag name="ROLE" val="title"/>
</p:tagLst>
</file>

<file path=ppt/tags/tag56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62.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63.xml><?xml version="1.0" encoding="utf-8"?>
<p:tagLst xmlns:a="http://schemas.openxmlformats.org/drawingml/2006/main" xmlns:r="http://schemas.openxmlformats.org/officeDocument/2006/relationships" xmlns:p="http://schemas.openxmlformats.org/presentationml/2006/main">
  <p:tag name="ROLE" val="subtitle1"/>
</p:tagLst>
</file>

<file path=ppt/tags/tag564.xml><?xml version="1.0" encoding="utf-8"?>
<p:tagLst xmlns:a="http://schemas.openxmlformats.org/drawingml/2006/main" xmlns:r="http://schemas.openxmlformats.org/officeDocument/2006/relationships" xmlns:p="http://schemas.openxmlformats.org/presentationml/2006/main">
  <p:tag name="ROLE" val="subtitle2"/>
</p:tagLst>
</file>

<file path=ppt/tags/tag565.xml><?xml version="1.0" encoding="utf-8"?>
<p:tagLst xmlns:a="http://schemas.openxmlformats.org/drawingml/2006/main" xmlns:r="http://schemas.openxmlformats.org/officeDocument/2006/relationships" xmlns:p="http://schemas.openxmlformats.org/presentationml/2006/main">
  <p:tag name="ROLE" val="footer"/>
</p:tagLst>
</file>

<file path=ppt/tags/tag566.xml><?xml version="1.0" encoding="utf-8"?>
<p:tagLst xmlns:a="http://schemas.openxmlformats.org/drawingml/2006/main" xmlns:r="http://schemas.openxmlformats.org/officeDocument/2006/relationships" xmlns:p="http://schemas.openxmlformats.org/presentationml/2006/main">
  <p:tag name="ROLE" val="title"/>
</p:tagLst>
</file>

<file path=ppt/tags/tag56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68.xml><?xml version="1.0" encoding="utf-8"?>
<p:tagLst xmlns:a="http://schemas.openxmlformats.org/drawingml/2006/main" xmlns:r="http://schemas.openxmlformats.org/officeDocument/2006/relationships" xmlns:p="http://schemas.openxmlformats.org/presentationml/2006/main">
  <p:tag name="ROLE" val="textplaceholder2"/>
</p:tagLst>
</file>

<file path=ppt/tags/tag569.xml><?xml version="1.0" encoding="utf-8"?>
<p:tagLst xmlns:a="http://schemas.openxmlformats.org/drawingml/2006/main" xmlns:r="http://schemas.openxmlformats.org/officeDocument/2006/relationships" xmlns:p="http://schemas.openxmlformats.org/presentationml/2006/main">
  <p:tag name="ROLE" val="subtitle1"/>
</p:tagLst>
</file>

<file path=ppt/tags/tag570.xml><?xml version="1.0" encoding="utf-8"?>
<p:tagLst xmlns:a="http://schemas.openxmlformats.org/drawingml/2006/main" xmlns:r="http://schemas.openxmlformats.org/officeDocument/2006/relationships" xmlns:p="http://schemas.openxmlformats.org/presentationml/2006/main">
  <p:tag name="ROLE" val="subtitle2"/>
</p:tagLst>
</file>

<file path=ppt/tags/tag571.xml><?xml version="1.0" encoding="utf-8"?>
<p:tagLst xmlns:a="http://schemas.openxmlformats.org/drawingml/2006/main" xmlns:r="http://schemas.openxmlformats.org/officeDocument/2006/relationships" xmlns:p="http://schemas.openxmlformats.org/presentationml/2006/main">
  <p:tag name="ROLE" val="footer"/>
</p:tagLst>
</file>

<file path=ppt/tags/tag572.xml><?xml version="1.0" encoding="utf-8"?>
<p:tagLst xmlns:a="http://schemas.openxmlformats.org/drawingml/2006/main" xmlns:r="http://schemas.openxmlformats.org/officeDocument/2006/relationships" xmlns:p="http://schemas.openxmlformats.org/presentationml/2006/main">
  <p:tag name="ROLE" val="subtitle1"/>
</p:tagLst>
</file>

<file path=ppt/tags/tag573.xml><?xml version="1.0" encoding="utf-8"?>
<p:tagLst xmlns:a="http://schemas.openxmlformats.org/drawingml/2006/main" xmlns:r="http://schemas.openxmlformats.org/officeDocument/2006/relationships" xmlns:p="http://schemas.openxmlformats.org/presentationml/2006/main">
  <p:tag name="ROLE" val="title"/>
</p:tagLst>
</file>

<file path=ppt/tags/tag57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7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76.xml><?xml version="1.0" encoding="utf-8"?>
<p:tagLst xmlns:a="http://schemas.openxmlformats.org/drawingml/2006/main" xmlns:r="http://schemas.openxmlformats.org/officeDocument/2006/relationships" xmlns:p="http://schemas.openxmlformats.org/presentationml/2006/main">
  <p:tag name="ROLE" val="footer"/>
</p:tagLst>
</file>

<file path=ppt/tags/tag577.xml><?xml version="1.0" encoding="utf-8"?>
<p:tagLst xmlns:a="http://schemas.openxmlformats.org/drawingml/2006/main" xmlns:r="http://schemas.openxmlformats.org/officeDocument/2006/relationships" xmlns:p="http://schemas.openxmlformats.org/presentationml/2006/main">
  <p:tag name="ROLE" val="subtitle1"/>
</p:tagLst>
</file>

<file path=ppt/tags/tag578.xml><?xml version="1.0" encoding="utf-8"?>
<p:tagLst xmlns:a="http://schemas.openxmlformats.org/drawingml/2006/main" xmlns:r="http://schemas.openxmlformats.org/officeDocument/2006/relationships" xmlns:p="http://schemas.openxmlformats.org/presentationml/2006/main">
  <p:tag name="ROLE" val="title"/>
</p:tagLst>
</file>

<file path=ppt/tags/tag57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8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81.xml><?xml version="1.0" encoding="utf-8"?>
<p:tagLst xmlns:a="http://schemas.openxmlformats.org/drawingml/2006/main" xmlns:r="http://schemas.openxmlformats.org/officeDocument/2006/relationships" xmlns:p="http://schemas.openxmlformats.org/presentationml/2006/main">
  <p:tag name="ROLE" val="footer"/>
</p:tagLst>
</file>

<file path=ppt/tags/tag582.xml><?xml version="1.0" encoding="utf-8"?>
<p:tagLst xmlns:a="http://schemas.openxmlformats.org/drawingml/2006/main" xmlns:r="http://schemas.openxmlformats.org/officeDocument/2006/relationships" xmlns:p="http://schemas.openxmlformats.org/presentationml/2006/main">
  <p:tag name="ROLE" val="subtitle1"/>
</p:tagLst>
</file>

<file path=ppt/tags/tag583.xml><?xml version="1.0" encoding="utf-8"?>
<p:tagLst xmlns:a="http://schemas.openxmlformats.org/drawingml/2006/main" xmlns:r="http://schemas.openxmlformats.org/officeDocument/2006/relationships" xmlns:p="http://schemas.openxmlformats.org/presentationml/2006/main">
  <p:tag name="ROLE" val="title"/>
</p:tagLst>
</file>

<file path=ppt/tags/tag58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8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86.xml><?xml version="1.0" encoding="utf-8"?>
<p:tagLst xmlns:a="http://schemas.openxmlformats.org/drawingml/2006/main" xmlns:r="http://schemas.openxmlformats.org/officeDocument/2006/relationships" xmlns:p="http://schemas.openxmlformats.org/presentationml/2006/main">
  <p:tag name="ROLE" val="footer"/>
</p:tagLst>
</file>

<file path=ppt/tags/tag587.xml><?xml version="1.0" encoding="utf-8"?>
<p:tagLst xmlns:a="http://schemas.openxmlformats.org/drawingml/2006/main" xmlns:r="http://schemas.openxmlformats.org/officeDocument/2006/relationships" xmlns:p="http://schemas.openxmlformats.org/presentationml/2006/main">
  <p:tag name="ROLE" val="subtitle1"/>
</p:tagLst>
</file>

<file path=ppt/tags/tag588.xml><?xml version="1.0" encoding="utf-8"?>
<p:tagLst xmlns:a="http://schemas.openxmlformats.org/drawingml/2006/main" xmlns:r="http://schemas.openxmlformats.org/officeDocument/2006/relationships" xmlns:p="http://schemas.openxmlformats.org/presentationml/2006/main">
  <p:tag name="ROLE" val="title"/>
</p:tagLst>
</file>

<file path=ppt/tags/tag58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9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91.xml><?xml version="1.0" encoding="utf-8"?>
<p:tagLst xmlns:a="http://schemas.openxmlformats.org/drawingml/2006/main" xmlns:r="http://schemas.openxmlformats.org/officeDocument/2006/relationships" xmlns:p="http://schemas.openxmlformats.org/presentationml/2006/main">
  <p:tag name="ROLE" val="footer"/>
</p:tagLst>
</file>

<file path=ppt/tags/tag592.xml><?xml version="1.0" encoding="utf-8"?>
<p:tagLst xmlns:a="http://schemas.openxmlformats.org/drawingml/2006/main" xmlns:r="http://schemas.openxmlformats.org/officeDocument/2006/relationships" xmlns:p="http://schemas.openxmlformats.org/presentationml/2006/main">
  <p:tag name="ROLE" val="subtitle1"/>
</p:tagLst>
</file>

<file path=ppt/tags/tag593.xml><?xml version="1.0" encoding="utf-8"?>
<p:tagLst xmlns:a="http://schemas.openxmlformats.org/drawingml/2006/main" xmlns:r="http://schemas.openxmlformats.org/officeDocument/2006/relationships" xmlns:p="http://schemas.openxmlformats.org/presentationml/2006/main">
  <p:tag name="ROLE" val="title"/>
</p:tagLst>
</file>

<file path=ppt/tags/tag59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59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96.xml><?xml version="1.0" encoding="utf-8"?>
<p:tagLst xmlns:a="http://schemas.openxmlformats.org/drawingml/2006/main" xmlns:r="http://schemas.openxmlformats.org/officeDocument/2006/relationships" xmlns:p="http://schemas.openxmlformats.org/presentationml/2006/main">
  <p:tag name="ROLE" val="footer"/>
</p:tagLst>
</file>

<file path=ppt/tags/tag597.xml><?xml version="1.0" encoding="utf-8"?>
<p:tagLst xmlns:a="http://schemas.openxmlformats.org/drawingml/2006/main" xmlns:r="http://schemas.openxmlformats.org/officeDocument/2006/relationships" xmlns:p="http://schemas.openxmlformats.org/presentationml/2006/main">
  <p:tag name="ROLE" val="subtitle1"/>
</p:tagLst>
</file>

<file path=ppt/tags/tag598.xml><?xml version="1.0" encoding="utf-8"?>
<p:tagLst xmlns:a="http://schemas.openxmlformats.org/drawingml/2006/main" xmlns:r="http://schemas.openxmlformats.org/officeDocument/2006/relationships" xmlns:p="http://schemas.openxmlformats.org/presentationml/2006/main">
  <p:tag name="ROLE" val="title"/>
</p:tagLst>
</file>

<file path=ppt/tags/tag59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0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01.xml><?xml version="1.0" encoding="utf-8"?>
<p:tagLst xmlns:a="http://schemas.openxmlformats.org/drawingml/2006/main" xmlns:r="http://schemas.openxmlformats.org/officeDocument/2006/relationships" xmlns:p="http://schemas.openxmlformats.org/presentationml/2006/main">
  <p:tag name="ROLE" val="footer"/>
</p:tagLst>
</file>

<file path=ppt/tags/tag602.xml><?xml version="1.0" encoding="utf-8"?>
<p:tagLst xmlns:a="http://schemas.openxmlformats.org/drawingml/2006/main" xmlns:r="http://schemas.openxmlformats.org/officeDocument/2006/relationships" xmlns:p="http://schemas.openxmlformats.org/presentationml/2006/main">
  <p:tag name="ROLE" val="subtitle1"/>
</p:tagLst>
</file>

<file path=ppt/tags/tag603.xml><?xml version="1.0" encoding="utf-8"?>
<p:tagLst xmlns:a="http://schemas.openxmlformats.org/drawingml/2006/main" xmlns:r="http://schemas.openxmlformats.org/officeDocument/2006/relationships" xmlns:p="http://schemas.openxmlformats.org/presentationml/2006/main">
  <p:tag name="ROLE" val="title"/>
</p:tagLst>
</file>

<file path=ppt/tags/tag60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0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06.xml><?xml version="1.0" encoding="utf-8"?>
<p:tagLst xmlns:a="http://schemas.openxmlformats.org/drawingml/2006/main" xmlns:r="http://schemas.openxmlformats.org/officeDocument/2006/relationships" xmlns:p="http://schemas.openxmlformats.org/presentationml/2006/main">
  <p:tag name="ROLE" val="footer"/>
</p:tagLst>
</file>

<file path=ppt/tags/tag607.xml><?xml version="1.0" encoding="utf-8"?>
<p:tagLst xmlns:a="http://schemas.openxmlformats.org/drawingml/2006/main" xmlns:r="http://schemas.openxmlformats.org/officeDocument/2006/relationships" xmlns:p="http://schemas.openxmlformats.org/presentationml/2006/main">
  <p:tag name="ROLE" val="subtitle1"/>
</p:tagLst>
</file>

<file path=ppt/tags/tag608.xml><?xml version="1.0" encoding="utf-8"?>
<p:tagLst xmlns:a="http://schemas.openxmlformats.org/drawingml/2006/main" xmlns:r="http://schemas.openxmlformats.org/officeDocument/2006/relationships" xmlns:p="http://schemas.openxmlformats.org/presentationml/2006/main">
  <p:tag name="ROLE" val="title"/>
</p:tagLst>
</file>

<file path=ppt/tags/tag60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1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11.xml><?xml version="1.0" encoding="utf-8"?>
<p:tagLst xmlns:a="http://schemas.openxmlformats.org/drawingml/2006/main" xmlns:r="http://schemas.openxmlformats.org/officeDocument/2006/relationships" xmlns:p="http://schemas.openxmlformats.org/presentationml/2006/main">
  <p:tag name="ROLE" val="footer"/>
</p:tagLst>
</file>

<file path=ppt/tags/tag612.xml><?xml version="1.0" encoding="utf-8"?>
<p:tagLst xmlns:a="http://schemas.openxmlformats.org/drawingml/2006/main" xmlns:r="http://schemas.openxmlformats.org/officeDocument/2006/relationships" xmlns:p="http://schemas.openxmlformats.org/presentationml/2006/main">
  <p:tag name="ROLE" val="title"/>
</p:tagLst>
</file>

<file path=ppt/tags/tag61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1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15.xml><?xml version="1.0" encoding="utf-8"?>
<p:tagLst xmlns:a="http://schemas.openxmlformats.org/drawingml/2006/main" xmlns:r="http://schemas.openxmlformats.org/officeDocument/2006/relationships" xmlns:p="http://schemas.openxmlformats.org/presentationml/2006/main">
  <p:tag name="ROLE" val="subtitle1"/>
</p:tagLst>
</file>

<file path=ppt/tags/tag616.xml><?xml version="1.0" encoding="utf-8"?>
<p:tagLst xmlns:a="http://schemas.openxmlformats.org/drawingml/2006/main" xmlns:r="http://schemas.openxmlformats.org/officeDocument/2006/relationships" xmlns:p="http://schemas.openxmlformats.org/presentationml/2006/main">
  <p:tag name="ROLE" val="subtitle2"/>
</p:tagLst>
</file>

<file path=ppt/tags/tag617.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18.xml><?xml version="1.0" encoding="utf-8"?>
<p:tagLst xmlns:a="http://schemas.openxmlformats.org/drawingml/2006/main" xmlns:r="http://schemas.openxmlformats.org/officeDocument/2006/relationships" xmlns:p="http://schemas.openxmlformats.org/presentationml/2006/main">
  <p:tag name="ROLE" val="footer"/>
</p:tagLst>
</file>

<file path=ppt/tags/tag61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2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21.xml><?xml version="1.0" encoding="utf-8"?>
<p:tagLst xmlns:a="http://schemas.openxmlformats.org/drawingml/2006/main" xmlns:r="http://schemas.openxmlformats.org/officeDocument/2006/relationships" xmlns:p="http://schemas.openxmlformats.org/presentationml/2006/main">
  <p:tag name="ROLE" val="subtitle1"/>
</p:tagLst>
</file>

<file path=ppt/tags/tag622.xml><?xml version="1.0" encoding="utf-8"?>
<p:tagLst xmlns:a="http://schemas.openxmlformats.org/drawingml/2006/main" xmlns:r="http://schemas.openxmlformats.org/officeDocument/2006/relationships" xmlns:p="http://schemas.openxmlformats.org/presentationml/2006/main">
  <p:tag name="ROLE" val="subtitle2"/>
</p:tagLst>
</file>

<file path=ppt/tags/tag62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624.xml><?xml version="1.0" encoding="utf-8"?>
<p:tagLst xmlns:a="http://schemas.openxmlformats.org/drawingml/2006/main" xmlns:r="http://schemas.openxmlformats.org/officeDocument/2006/relationships" xmlns:p="http://schemas.openxmlformats.org/presentationml/2006/main">
  <p:tag name="ROLE" val="subtitle3"/>
</p:tagLst>
</file>

<file path=ppt/tags/tag625.xml><?xml version="1.0" encoding="utf-8"?>
<p:tagLst xmlns:a="http://schemas.openxmlformats.org/drawingml/2006/main" xmlns:r="http://schemas.openxmlformats.org/officeDocument/2006/relationships" xmlns:p="http://schemas.openxmlformats.org/presentationml/2006/main">
  <p:tag name="ROLE" val="title"/>
</p:tagLst>
</file>

<file path=ppt/tags/tag626.xml><?xml version="1.0" encoding="utf-8"?>
<p:tagLst xmlns:a="http://schemas.openxmlformats.org/drawingml/2006/main" xmlns:r="http://schemas.openxmlformats.org/officeDocument/2006/relationships" xmlns:p="http://schemas.openxmlformats.org/presentationml/2006/main">
  <p:tag name="ROLE" val="textplaceholder4"/>
</p:tagLst>
</file>

<file path=ppt/tags/tag627.xml><?xml version="1.0" encoding="utf-8"?>
<p:tagLst xmlns:a="http://schemas.openxmlformats.org/drawingml/2006/main" xmlns:r="http://schemas.openxmlformats.org/officeDocument/2006/relationships" xmlns:p="http://schemas.openxmlformats.org/presentationml/2006/main">
  <p:tag name="ROLE" val="subtitle4"/>
</p:tagLst>
</file>

<file path=ppt/tags/tag628.xml><?xml version="1.0" encoding="utf-8"?>
<p:tagLst xmlns:a="http://schemas.openxmlformats.org/drawingml/2006/main" xmlns:r="http://schemas.openxmlformats.org/officeDocument/2006/relationships" xmlns:p="http://schemas.openxmlformats.org/presentationml/2006/main">
  <p:tag name="ROLE" val="footer"/>
</p:tagLst>
</file>

<file path=ppt/tags/tag629.xml><?xml version="1.0" encoding="utf-8"?>
<p:tagLst xmlns:a="http://schemas.openxmlformats.org/drawingml/2006/main" xmlns:r="http://schemas.openxmlformats.org/officeDocument/2006/relationships" xmlns:p="http://schemas.openxmlformats.org/presentationml/2006/main">
  <p:tag name="ROLE" val="subtitle1"/>
</p:tagLst>
</file>

<file path=ppt/tags/tag630.xml><?xml version="1.0" encoding="utf-8"?>
<p:tagLst xmlns:a="http://schemas.openxmlformats.org/drawingml/2006/main" xmlns:r="http://schemas.openxmlformats.org/officeDocument/2006/relationships" xmlns:p="http://schemas.openxmlformats.org/presentationml/2006/main">
  <p:tag name="ROLE" val="title"/>
</p:tagLst>
</file>

<file path=ppt/tags/tag631.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3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33.xml><?xml version="1.0" encoding="utf-8"?>
<p:tagLst xmlns:a="http://schemas.openxmlformats.org/drawingml/2006/main" xmlns:r="http://schemas.openxmlformats.org/officeDocument/2006/relationships" xmlns:p="http://schemas.openxmlformats.org/presentationml/2006/main">
  <p:tag name="ROLE" val="footer"/>
</p:tagLst>
</file>

<file path=ppt/tags/tag634.xml><?xml version="1.0" encoding="utf-8"?>
<p:tagLst xmlns:a="http://schemas.openxmlformats.org/drawingml/2006/main" xmlns:r="http://schemas.openxmlformats.org/officeDocument/2006/relationships" xmlns:p="http://schemas.openxmlformats.org/presentationml/2006/main">
  <p:tag name="ROLE" val="subtitle1"/>
</p:tagLst>
</file>

<file path=ppt/tags/tag635.xml><?xml version="1.0" encoding="utf-8"?>
<p:tagLst xmlns:a="http://schemas.openxmlformats.org/drawingml/2006/main" xmlns:r="http://schemas.openxmlformats.org/officeDocument/2006/relationships" xmlns:p="http://schemas.openxmlformats.org/presentationml/2006/main">
  <p:tag name="ROLE" val="title"/>
</p:tagLst>
</file>

<file path=ppt/tags/tag636.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3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38.xml><?xml version="1.0" encoding="utf-8"?>
<p:tagLst xmlns:a="http://schemas.openxmlformats.org/drawingml/2006/main" xmlns:r="http://schemas.openxmlformats.org/officeDocument/2006/relationships" xmlns:p="http://schemas.openxmlformats.org/presentationml/2006/main">
  <p:tag name="ROLE" val="footer"/>
</p:tagLst>
</file>

<file path=ppt/tags/tag639.xml><?xml version="1.0" encoding="utf-8"?>
<p:tagLst xmlns:a="http://schemas.openxmlformats.org/drawingml/2006/main" xmlns:r="http://schemas.openxmlformats.org/officeDocument/2006/relationships" xmlns:p="http://schemas.openxmlformats.org/presentationml/2006/main">
  <p:tag name="ROLE" val="subtitle1"/>
</p:tagLst>
</file>

<file path=ppt/tags/tag640.xml><?xml version="1.0" encoding="utf-8"?>
<p:tagLst xmlns:a="http://schemas.openxmlformats.org/drawingml/2006/main" xmlns:r="http://schemas.openxmlformats.org/officeDocument/2006/relationships" xmlns:p="http://schemas.openxmlformats.org/presentationml/2006/main">
  <p:tag name="ROLE" val="title"/>
</p:tagLst>
</file>

<file path=ppt/tags/tag641.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4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43.xml><?xml version="1.0" encoding="utf-8"?>
<p:tagLst xmlns:a="http://schemas.openxmlformats.org/drawingml/2006/main" xmlns:r="http://schemas.openxmlformats.org/officeDocument/2006/relationships" xmlns:p="http://schemas.openxmlformats.org/presentationml/2006/main">
  <p:tag name="ROLE" val="footer"/>
</p:tagLst>
</file>

<file path=ppt/tags/tag644.xml><?xml version="1.0" encoding="utf-8"?>
<p:tagLst xmlns:a="http://schemas.openxmlformats.org/drawingml/2006/main" xmlns:r="http://schemas.openxmlformats.org/officeDocument/2006/relationships" xmlns:p="http://schemas.openxmlformats.org/presentationml/2006/main">
  <p:tag name="ROLE" val="title"/>
</p:tagLst>
</file>

<file path=ppt/tags/tag64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46.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47.xml><?xml version="1.0" encoding="utf-8"?>
<p:tagLst xmlns:a="http://schemas.openxmlformats.org/drawingml/2006/main" xmlns:r="http://schemas.openxmlformats.org/officeDocument/2006/relationships" xmlns:p="http://schemas.openxmlformats.org/presentationml/2006/main">
  <p:tag name="ROLE" val="subtitle1"/>
</p:tagLst>
</file>

<file path=ppt/tags/tag648.xml><?xml version="1.0" encoding="utf-8"?>
<p:tagLst xmlns:a="http://schemas.openxmlformats.org/drawingml/2006/main" xmlns:r="http://schemas.openxmlformats.org/officeDocument/2006/relationships" xmlns:p="http://schemas.openxmlformats.org/presentationml/2006/main">
  <p:tag name="ROLE" val="subtitle2"/>
</p:tagLst>
</file>

<file path=ppt/tags/tag649.xml><?xml version="1.0" encoding="utf-8"?>
<p:tagLst xmlns:a="http://schemas.openxmlformats.org/drawingml/2006/main" xmlns:r="http://schemas.openxmlformats.org/officeDocument/2006/relationships" xmlns:p="http://schemas.openxmlformats.org/presentationml/2006/main">
  <p:tag name="ROLE" val="footer"/>
</p:tagLst>
</file>

<file path=ppt/tags/tag650.xml><?xml version="1.0" encoding="utf-8"?>
<p:tagLst xmlns:a="http://schemas.openxmlformats.org/drawingml/2006/main" xmlns:r="http://schemas.openxmlformats.org/officeDocument/2006/relationships" xmlns:p="http://schemas.openxmlformats.org/presentationml/2006/main">
  <p:tag name="ROLE" val="subtitle1"/>
</p:tagLst>
</file>

<file path=ppt/tags/tag651.xml><?xml version="1.0" encoding="utf-8"?>
<p:tagLst xmlns:a="http://schemas.openxmlformats.org/drawingml/2006/main" xmlns:r="http://schemas.openxmlformats.org/officeDocument/2006/relationships" xmlns:p="http://schemas.openxmlformats.org/presentationml/2006/main">
  <p:tag name="ROLE" val="title"/>
</p:tagLst>
</file>

<file path=ppt/tags/tag652.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5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54.xml><?xml version="1.0" encoding="utf-8"?>
<p:tagLst xmlns:a="http://schemas.openxmlformats.org/drawingml/2006/main" xmlns:r="http://schemas.openxmlformats.org/officeDocument/2006/relationships" xmlns:p="http://schemas.openxmlformats.org/presentationml/2006/main">
  <p:tag name="ROLE" val="footer"/>
</p:tagLst>
</file>

<file path=ppt/tags/tag65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56.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57.xml><?xml version="1.0" encoding="utf-8"?>
<p:tagLst xmlns:a="http://schemas.openxmlformats.org/drawingml/2006/main" xmlns:r="http://schemas.openxmlformats.org/officeDocument/2006/relationships" xmlns:p="http://schemas.openxmlformats.org/presentationml/2006/main">
  <p:tag name="ROLE" val="subtitle1"/>
</p:tagLst>
</file>

<file path=ppt/tags/tag658.xml><?xml version="1.0" encoding="utf-8"?>
<p:tagLst xmlns:a="http://schemas.openxmlformats.org/drawingml/2006/main" xmlns:r="http://schemas.openxmlformats.org/officeDocument/2006/relationships" xmlns:p="http://schemas.openxmlformats.org/presentationml/2006/main">
  <p:tag name="ROLE" val="subtitle2"/>
</p:tagLst>
</file>

<file path=ppt/tags/tag659.xml><?xml version="1.0" encoding="utf-8"?>
<p:tagLst xmlns:a="http://schemas.openxmlformats.org/drawingml/2006/main" xmlns:r="http://schemas.openxmlformats.org/officeDocument/2006/relationships" xmlns:p="http://schemas.openxmlformats.org/presentationml/2006/main">
  <p:tag name="ROLE" val="textplaceholder3"/>
</p:tagLst>
</file>

<file path=ppt/tags/tag660.xml><?xml version="1.0" encoding="utf-8"?>
<p:tagLst xmlns:a="http://schemas.openxmlformats.org/drawingml/2006/main" xmlns:r="http://schemas.openxmlformats.org/officeDocument/2006/relationships" xmlns:p="http://schemas.openxmlformats.org/presentationml/2006/main">
  <p:tag name="ROLE" val="subtitle3"/>
</p:tagLst>
</file>

<file path=ppt/tags/tag661.xml><?xml version="1.0" encoding="utf-8"?>
<p:tagLst xmlns:a="http://schemas.openxmlformats.org/drawingml/2006/main" xmlns:r="http://schemas.openxmlformats.org/officeDocument/2006/relationships" xmlns:p="http://schemas.openxmlformats.org/presentationml/2006/main">
  <p:tag name="ROLE" val="title"/>
</p:tagLst>
</file>

<file path=ppt/tags/tag662.xml><?xml version="1.0" encoding="utf-8"?>
<p:tagLst xmlns:a="http://schemas.openxmlformats.org/drawingml/2006/main" xmlns:r="http://schemas.openxmlformats.org/officeDocument/2006/relationships" xmlns:p="http://schemas.openxmlformats.org/presentationml/2006/main">
  <p:tag name="ROLE" val="footer"/>
</p:tagLst>
</file>

<file path=ppt/tags/tag66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6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65.xml><?xml version="1.0" encoding="utf-8"?>
<p:tagLst xmlns:a="http://schemas.openxmlformats.org/drawingml/2006/main" xmlns:r="http://schemas.openxmlformats.org/officeDocument/2006/relationships" xmlns:p="http://schemas.openxmlformats.org/presentationml/2006/main">
  <p:tag name="ROLE" val="subtitle1"/>
</p:tagLst>
</file>

<file path=ppt/tags/tag666.xml><?xml version="1.0" encoding="utf-8"?>
<p:tagLst xmlns:a="http://schemas.openxmlformats.org/drawingml/2006/main" xmlns:r="http://schemas.openxmlformats.org/officeDocument/2006/relationships" xmlns:p="http://schemas.openxmlformats.org/presentationml/2006/main">
  <p:tag name="ROLE" val="subtitle2"/>
</p:tagLst>
</file>

<file path=ppt/tags/tag667.xml><?xml version="1.0" encoding="utf-8"?>
<p:tagLst xmlns:a="http://schemas.openxmlformats.org/drawingml/2006/main" xmlns:r="http://schemas.openxmlformats.org/officeDocument/2006/relationships" xmlns:p="http://schemas.openxmlformats.org/presentationml/2006/main">
  <p:tag name="ROLE" val="textplaceholder3"/>
</p:tagLst>
</file>

<file path=ppt/tags/tag668.xml><?xml version="1.0" encoding="utf-8"?>
<p:tagLst xmlns:a="http://schemas.openxmlformats.org/drawingml/2006/main" xmlns:r="http://schemas.openxmlformats.org/officeDocument/2006/relationships" xmlns:p="http://schemas.openxmlformats.org/presentationml/2006/main">
  <p:tag name="ROLE" val="subtitle3"/>
</p:tagLst>
</file>

<file path=ppt/tags/tag669.xml><?xml version="1.0" encoding="utf-8"?>
<p:tagLst xmlns:a="http://schemas.openxmlformats.org/drawingml/2006/main" xmlns:r="http://schemas.openxmlformats.org/officeDocument/2006/relationships" xmlns:p="http://schemas.openxmlformats.org/presentationml/2006/main">
  <p:tag name="ROLE" val="title"/>
</p:tagLst>
</file>

<file path=ppt/tags/tag670.xml><?xml version="1.0" encoding="utf-8"?>
<p:tagLst xmlns:a="http://schemas.openxmlformats.org/drawingml/2006/main" xmlns:r="http://schemas.openxmlformats.org/officeDocument/2006/relationships" xmlns:p="http://schemas.openxmlformats.org/presentationml/2006/main">
  <p:tag name="ROLE" val="footer"/>
</p:tagLst>
</file>

<file path=ppt/tags/tag671.xml><?xml version="1.0" encoding="utf-8"?>
<p:tagLst xmlns:a="http://schemas.openxmlformats.org/drawingml/2006/main" xmlns:r="http://schemas.openxmlformats.org/officeDocument/2006/relationships" xmlns:p="http://schemas.openxmlformats.org/presentationml/2006/main">
  <p:tag name="ROLE" val="subtitle1"/>
</p:tagLst>
</file>

<file path=ppt/tags/tag672.xml><?xml version="1.0" encoding="utf-8"?>
<p:tagLst xmlns:a="http://schemas.openxmlformats.org/drawingml/2006/main" xmlns:r="http://schemas.openxmlformats.org/officeDocument/2006/relationships" xmlns:p="http://schemas.openxmlformats.org/presentationml/2006/main">
  <p:tag name="ROLE" val="title"/>
</p:tagLst>
</file>

<file path=ppt/tags/tag673.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7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75.xml><?xml version="1.0" encoding="utf-8"?>
<p:tagLst xmlns:a="http://schemas.openxmlformats.org/drawingml/2006/main" xmlns:r="http://schemas.openxmlformats.org/officeDocument/2006/relationships" xmlns:p="http://schemas.openxmlformats.org/presentationml/2006/main">
  <p:tag name="ROLE" val="footer"/>
</p:tagLst>
</file>

<file path=ppt/tags/tag676.xml><?xml version="1.0" encoding="utf-8"?>
<p:tagLst xmlns:a="http://schemas.openxmlformats.org/drawingml/2006/main" xmlns:r="http://schemas.openxmlformats.org/officeDocument/2006/relationships" xmlns:p="http://schemas.openxmlformats.org/presentationml/2006/main">
  <p:tag name="ROLE" val="subtitle1"/>
</p:tagLst>
</file>

<file path=ppt/tags/tag677.xml><?xml version="1.0" encoding="utf-8"?>
<p:tagLst xmlns:a="http://schemas.openxmlformats.org/drawingml/2006/main" xmlns:r="http://schemas.openxmlformats.org/officeDocument/2006/relationships" xmlns:p="http://schemas.openxmlformats.org/presentationml/2006/main">
  <p:tag name="ROLE" val="title"/>
</p:tagLst>
</file>

<file path=ppt/tags/tag678.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7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80.xml><?xml version="1.0" encoding="utf-8"?>
<p:tagLst xmlns:a="http://schemas.openxmlformats.org/drawingml/2006/main" xmlns:r="http://schemas.openxmlformats.org/officeDocument/2006/relationships" xmlns:p="http://schemas.openxmlformats.org/presentationml/2006/main">
  <p:tag name="ROLE" val="footer"/>
</p:tagLst>
</file>

<file path=ppt/tags/tag681.xml><?xml version="1.0" encoding="utf-8"?>
<p:tagLst xmlns:a="http://schemas.openxmlformats.org/drawingml/2006/main" xmlns:r="http://schemas.openxmlformats.org/officeDocument/2006/relationships" xmlns:p="http://schemas.openxmlformats.org/presentationml/2006/main">
  <p:tag name="ROLE" val="subtitle1"/>
</p:tagLst>
</file>

<file path=ppt/tags/tag682.xml><?xml version="1.0" encoding="utf-8"?>
<p:tagLst xmlns:a="http://schemas.openxmlformats.org/drawingml/2006/main" xmlns:r="http://schemas.openxmlformats.org/officeDocument/2006/relationships" xmlns:p="http://schemas.openxmlformats.org/presentationml/2006/main">
  <p:tag name="ROLE" val="title"/>
</p:tagLst>
</file>

<file path=ppt/tags/tag683.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8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85.xml><?xml version="1.0" encoding="utf-8"?>
<p:tagLst xmlns:a="http://schemas.openxmlformats.org/drawingml/2006/main" xmlns:r="http://schemas.openxmlformats.org/officeDocument/2006/relationships" xmlns:p="http://schemas.openxmlformats.org/presentationml/2006/main">
  <p:tag name="ROLE" val="footer"/>
</p:tagLst>
</file>

<file path=ppt/tags/tag686.xml><?xml version="1.0" encoding="utf-8"?>
<p:tagLst xmlns:a="http://schemas.openxmlformats.org/drawingml/2006/main" xmlns:r="http://schemas.openxmlformats.org/officeDocument/2006/relationships" xmlns:p="http://schemas.openxmlformats.org/presentationml/2006/main">
  <p:tag name="ROLE" val="title"/>
</p:tagLst>
</file>

<file path=ppt/tags/tag68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88.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89.xml><?xml version="1.0" encoding="utf-8"?>
<p:tagLst xmlns:a="http://schemas.openxmlformats.org/drawingml/2006/main" xmlns:r="http://schemas.openxmlformats.org/officeDocument/2006/relationships" xmlns:p="http://schemas.openxmlformats.org/presentationml/2006/main">
  <p:tag name="ROLE" val="subtitle1"/>
</p:tagLst>
</file>

<file path=ppt/tags/tag690.xml><?xml version="1.0" encoding="utf-8"?>
<p:tagLst xmlns:a="http://schemas.openxmlformats.org/drawingml/2006/main" xmlns:r="http://schemas.openxmlformats.org/officeDocument/2006/relationships" xmlns:p="http://schemas.openxmlformats.org/presentationml/2006/main">
  <p:tag name="ROLE" val="subtitle2"/>
</p:tagLst>
</file>

<file path=ppt/tags/tag691.xml><?xml version="1.0" encoding="utf-8"?>
<p:tagLst xmlns:a="http://schemas.openxmlformats.org/drawingml/2006/main" xmlns:r="http://schemas.openxmlformats.org/officeDocument/2006/relationships" xmlns:p="http://schemas.openxmlformats.org/presentationml/2006/main">
  <p:tag name="ROLE" val="footer"/>
</p:tagLst>
</file>

<file path=ppt/tags/tag692.xml><?xml version="1.0" encoding="utf-8"?>
<p:tagLst xmlns:a="http://schemas.openxmlformats.org/drawingml/2006/main" xmlns:r="http://schemas.openxmlformats.org/officeDocument/2006/relationships" xmlns:p="http://schemas.openxmlformats.org/presentationml/2006/main">
  <p:tag name="ROLE" val="title"/>
</p:tagLst>
</file>

<file path=ppt/tags/tag69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94.xml><?xml version="1.0" encoding="utf-8"?>
<p:tagLst xmlns:a="http://schemas.openxmlformats.org/drawingml/2006/main" xmlns:r="http://schemas.openxmlformats.org/officeDocument/2006/relationships" xmlns:p="http://schemas.openxmlformats.org/presentationml/2006/main">
  <p:tag name="ROLE" val="textplaceholder2"/>
</p:tagLst>
</file>

<file path=ppt/tags/tag695.xml><?xml version="1.0" encoding="utf-8"?>
<p:tagLst xmlns:a="http://schemas.openxmlformats.org/drawingml/2006/main" xmlns:r="http://schemas.openxmlformats.org/officeDocument/2006/relationships" xmlns:p="http://schemas.openxmlformats.org/presentationml/2006/main">
  <p:tag name="ROLE" val="subtitle1"/>
</p:tagLst>
</file>

<file path=ppt/tags/tag696.xml><?xml version="1.0" encoding="utf-8"?>
<p:tagLst xmlns:a="http://schemas.openxmlformats.org/drawingml/2006/main" xmlns:r="http://schemas.openxmlformats.org/officeDocument/2006/relationships" xmlns:p="http://schemas.openxmlformats.org/presentationml/2006/main">
  <p:tag name="ROLE" val="subtitle2"/>
</p:tagLst>
</file>

<file path=ppt/tags/tag697.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698.xml><?xml version="1.0" encoding="utf-8"?>
<p:tagLst xmlns:a="http://schemas.openxmlformats.org/drawingml/2006/main" xmlns:r="http://schemas.openxmlformats.org/officeDocument/2006/relationships" xmlns:p="http://schemas.openxmlformats.org/presentationml/2006/main">
  <p:tag name="ROLE" val="footer"/>
</p:tagLst>
</file>

<file path=ppt/tags/tag699.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00.xml><?xml version="1.0" encoding="utf-8"?>
<p:tagLst xmlns:a="http://schemas.openxmlformats.org/drawingml/2006/main" xmlns:r="http://schemas.openxmlformats.org/officeDocument/2006/relationships" xmlns:p="http://schemas.openxmlformats.org/presentationml/2006/main">
  <p:tag name="ROLE" val="textplaceholder2"/>
</p:tagLst>
</file>

<file path=ppt/tags/tag701.xml><?xml version="1.0" encoding="utf-8"?>
<p:tagLst xmlns:a="http://schemas.openxmlformats.org/drawingml/2006/main" xmlns:r="http://schemas.openxmlformats.org/officeDocument/2006/relationships" xmlns:p="http://schemas.openxmlformats.org/presentationml/2006/main">
  <p:tag name="ROLE" val="subtitle1"/>
</p:tagLst>
</file>

<file path=ppt/tags/tag702.xml><?xml version="1.0" encoding="utf-8"?>
<p:tagLst xmlns:a="http://schemas.openxmlformats.org/drawingml/2006/main" xmlns:r="http://schemas.openxmlformats.org/officeDocument/2006/relationships" xmlns:p="http://schemas.openxmlformats.org/presentationml/2006/main">
  <p:tag name="ROLE" val="subtitle2"/>
</p:tagLst>
</file>

<file path=ppt/tags/tag703.xml><?xml version="1.0" encoding="utf-8"?>
<p:tagLst xmlns:a="http://schemas.openxmlformats.org/drawingml/2006/main" xmlns:r="http://schemas.openxmlformats.org/officeDocument/2006/relationships" xmlns:p="http://schemas.openxmlformats.org/presentationml/2006/main">
  <p:tag name="ROLE" val="textplaceholder3"/>
</p:tagLst>
</file>

<file path=ppt/tags/tag704.xml><?xml version="1.0" encoding="utf-8"?>
<p:tagLst xmlns:a="http://schemas.openxmlformats.org/drawingml/2006/main" xmlns:r="http://schemas.openxmlformats.org/officeDocument/2006/relationships" xmlns:p="http://schemas.openxmlformats.org/presentationml/2006/main">
  <p:tag name="ROLE" val="subtitle3"/>
</p:tagLst>
</file>

<file path=ppt/tags/tag705.xml><?xml version="1.0" encoding="utf-8"?>
<p:tagLst xmlns:a="http://schemas.openxmlformats.org/drawingml/2006/main" xmlns:r="http://schemas.openxmlformats.org/officeDocument/2006/relationships" xmlns:p="http://schemas.openxmlformats.org/presentationml/2006/main">
  <p:tag name="ROLE" val="title"/>
</p:tagLst>
</file>

<file path=ppt/tags/tag706.xml><?xml version="1.0" encoding="utf-8"?>
<p:tagLst xmlns:a="http://schemas.openxmlformats.org/drawingml/2006/main" xmlns:r="http://schemas.openxmlformats.org/officeDocument/2006/relationships" xmlns:p="http://schemas.openxmlformats.org/presentationml/2006/main">
  <p:tag name="ROLE" val="footer"/>
</p:tagLst>
</file>

<file path=ppt/tags/tag707.xml><?xml version="1.0" encoding="utf-8"?>
<p:tagLst xmlns:a="http://schemas.openxmlformats.org/drawingml/2006/main" xmlns:r="http://schemas.openxmlformats.org/officeDocument/2006/relationships" xmlns:p="http://schemas.openxmlformats.org/presentationml/2006/main">
  <p:tag name="ROLE" val="subtitle1"/>
</p:tagLst>
</file>

<file path=ppt/tags/tag708.xml><?xml version="1.0" encoding="utf-8"?>
<p:tagLst xmlns:a="http://schemas.openxmlformats.org/drawingml/2006/main" xmlns:r="http://schemas.openxmlformats.org/officeDocument/2006/relationships" xmlns:p="http://schemas.openxmlformats.org/presentationml/2006/main">
  <p:tag name="ROLE" val="title"/>
</p:tagLst>
</file>

<file path=ppt/tags/tag70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71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11.xml><?xml version="1.0" encoding="utf-8"?>
<p:tagLst xmlns:a="http://schemas.openxmlformats.org/drawingml/2006/main" xmlns:r="http://schemas.openxmlformats.org/officeDocument/2006/relationships" xmlns:p="http://schemas.openxmlformats.org/presentationml/2006/main">
  <p:tag name="ROLE" val="footer"/>
</p:tagLst>
</file>

<file path=ppt/tags/tag712.xml><?xml version="1.0" encoding="utf-8"?>
<p:tagLst xmlns:a="http://schemas.openxmlformats.org/drawingml/2006/main" xmlns:r="http://schemas.openxmlformats.org/officeDocument/2006/relationships" xmlns:p="http://schemas.openxmlformats.org/presentationml/2006/main">
  <p:tag name="ROLE" val="subtitle1"/>
</p:tagLst>
</file>

<file path=ppt/tags/tag713.xml><?xml version="1.0" encoding="utf-8"?>
<p:tagLst xmlns:a="http://schemas.openxmlformats.org/drawingml/2006/main" xmlns:r="http://schemas.openxmlformats.org/officeDocument/2006/relationships" xmlns:p="http://schemas.openxmlformats.org/presentationml/2006/main">
  <p:tag name="ROLE" val="title"/>
</p:tagLst>
</file>

<file path=ppt/tags/tag71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71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16.xml><?xml version="1.0" encoding="utf-8"?>
<p:tagLst xmlns:a="http://schemas.openxmlformats.org/drawingml/2006/main" xmlns:r="http://schemas.openxmlformats.org/officeDocument/2006/relationships" xmlns:p="http://schemas.openxmlformats.org/presentationml/2006/main">
  <p:tag name="ROLE" val="footer"/>
</p:tagLst>
</file>

<file path=ppt/tags/tag717.xml><?xml version="1.0" encoding="utf-8"?>
<p:tagLst xmlns:a="http://schemas.openxmlformats.org/drawingml/2006/main" xmlns:r="http://schemas.openxmlformats.org/officeDocument/2006/relationships" xmlns:p="http://schemas.openxmlformats.org/presentationml/2006/main">
  <p:tag name="ROLE" val="subtitle1"/>
</p:tagLst>
</file>

<file path=ppt/tags/tag718.xml><?xml version="1.0" encoding="utf-8"?>
<p:tagLst xmlns:a="http://schemas.openxmlformats.org/drawingml/2006/main" xmlns:r="http://schemas.openxmlformats.org/officeDocument/2006/relationships" xmlns:p="http://schemas.openxmlformats.org/presentationml/2006/main">
  <p:tag name="ROLE" val="title"/>
</p:tagLst>
</file>

<file path=ppt/tags/tag71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72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21.xml><?xml version="1.0" encoding="utf-8"?>
<p:tagLst xmlns:a="http://schemas.openxmlformats.org/drawingml/2006/main" xmlns:r="http://schemas.openxmlformats.org/officeDocument/2006/relationships" xmlns:p="http://schemas.openxmlformats.org/presentationml/2006/main">
  <p:tag name="ROLE" val="footer"/>
</p:tagLst>
</file>

<file path=ppt/tags/tag722.xml><?xml version="1.0" encoding="utf-8"?>
<p:tagLst xmlns:a="http://schemas.openxmlformats.org/drawingml/2006/main" xmlns:r="http://schemas.openxmlformats.org/officeDocument/2006/relationships" xmlns:p="http://schemas.openxmlformats.org/presentationml/2006/main">
  <p:tag name="ROLE" val="title"/>
</p:tagLst>
</file>

<file path=ppt/tags/tag723.xml><?xml version="1.0" encoding="utf-8"?>
<p:tagLst xmlns:a="http://schemas.openxmlformats.org/drawingml/2006/main" xmlns:r="http://schemas.openxmlformats.org/officeDocument/2006/relationships" xmlns:p="http://schemas.openxmlformats.org/presentationml/2006/main">
  <p:tag name="ROLE" val="websiteName"/>
</p:tagLst>
</file>

<file path=ppt/tags/tag724.xml><?xml version="1.0" encoding="utf-8"?>
<p:tagLst xmlns:a="http://schemas.openxmlformats.org/drawingml/2006/main" xmlns:r="http://schemas.openxmlformats.org/officeDocument/2006/relationships" xmlns:p="http://schemas.openxmlformats.org/presentationml/2006/main">
  <p:tag name="ROLE" val="websiteValue"/>
</p:tagLst>
</file>

<file path=ppt/tags/tag725.xml><?xml version="1.0" encoding="utf-8"?>
<p:tagLst xmlns:a="http://schemas.openxmlformats.org/drawingml/2006/main" xmlns:r="http://schemas.openxmlformats.org/officeDocument/2006/relationships" xmlns:p="http://schemas.openxmlformats.org/presentationml/2006/main">
  <p:tag name="ROLE" val="emailName"/>
</p:tagLst>
</file>

<file path=ppt/tags/tag726.xml><?xml version="1.0" encoding="utf-8"?>
<p:tagLst xmlns:a="http://schemas.openxmlformats.org/drawingml/2006/main" xmlns:r="http://schemas.openxmlformats.org/officeDocument/2006/relationships" xmlns:p="http://schemas.openxmlformats.org/presentationml/2006/main">
  <p:tag name="ROLE" val="emailValue"/>
</p:tagLst>
</file>

<file path=ppt/tags/tag727.xml><?xml version="1.0" encoding="utf-8"?>
<p:tagLst xmlns:a="http://schemas.openxmlformats.org/drawingml/2006/main" xmlns:r="http://schemas.openxmlformats.org/officeDocument/2006/relationships" xmlns:p="http://schemas.openxmlformats.org/presentationml/2006/main">
  <p:tag name="ROLE" val="phoneName"/>
</p:tagLst>
</file>

<file path=ppt/tags/tag728.xml><?xml version="1.0" encoding="utf-8"?>
<p:tagLst xmlns:a="http://schemas.openxmlformats.org/drawingml/2006/main" xmlns:r="http://schemas.openxmlformats.org/officeDocument/2006/relationships" xmlns:p="http://schemas.openxmlformats.org/presentationml/2006/main">
  <p:tag name="ROLE" val="phoneValue"/>
</p:tagLst>
</file>

<file path=ppt/tags/tag729.xml><?xml version="1.0" encoding="utf-8"?>
<p:tagLst xmlns:a="http://schemas.openxmlformats.org/drawingml/2006/main" xmlns:r="http://schemas.openxmlformats.org/officeDocument/2006/relationships" xmlns:p="http://schemas.openxmlformats.org/presentationml/2006/main">
  <p:tag name="ROLE" val="locationName"/>
</p:tagLst>
</file>

<file path=ppt/tags/tag730.xml><?xml version="1.0" encoding="utf-8"?>
<p:tagLst xmlns:a="http://schemas.openxmlformats.org/drawingml/2006/main" xmlns:r="http://schemas.openxmlformats.org/officeDocument/2006/relationships" xmlns:p="http://schemas.openxmlformats.org/presentationml/2006/main">
  <p:tag name="ROLE" val="locationValue"/>
</p:tagLst>
</file>

<file path=ppt/tags/tag731.xml><?xml version="1.0" encoding="utf-8"?>
<p:tagLst xmlns:a="http://schemas.openxmlformats.org/drawingml/2006/main" xmlns:r="http://schemas.openxmlformats.org/officeDocument/2006/relationships" xmlns:p="http://schemas.openxmlformats.org/presentationml/2006/main">
  <p:tag name="ROLE" val="footer"/>
</p:tagLst>
</file>

<file path=ppt/tags/tag732.xml><?xml version="1.0" encoding="utf-8"?>
<p:tagLst xmlns:a="http://schemas.openxmlformats.org/drawingml/2006/main" xmlns:r="http://schemas.openxmlformats.org/officeDocument/2006/relationships" xmlns:p="http://schemas.openxmlformats.org/presentationml/2006/main">
  <p:tag name="ROLE" val="subtitle1"/>
</p:tagLst>
</file>

<file path=ppt/tags/tag733.xml><?xml version="1.0" encoding="utf-8"?>
<p:tagLst xmlns:a="http://schemas.openxmlformats.org/drawingml/2006/main" xmlns:r="http://schemas.openxmlformats.org/officeDocument/2006/relationships" xmlns:p="http://schemas.openxmlformats.org/presentationml/2006/main">
  <p:tag name="ROLE" val="title"/>
</p:tagLst>
</file>

<file path=ppt/tags/tag734.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735.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36.xml><?xml version="1.0" encoding="utf-8"?>
<p:tagLst xmlns:a="http://schemas.openxmlformats.org/drawingml/2006/main" xmlns:r="http://schemas.openxmlformats.org/officeDocument/2006/relationships" xmlns:p="http://schemas.openxmlformats.org/presentationml/2006/main">
  <p:tag name="ROLE" val="footer"/>
</p:tagLst>
</file>

<file path=ppt/tags/tag737.xml><?xml version="1.0" encoding="utf-8"?>
<p:tagLst xmlns:a="http://schemas.openxmlformats.org/drawingml/2006/main" xmlns:r="http://schemas.openxmlformats.org/officeDocument/2006/relationships" xmlns:p="http://schemas.openxmlformats.org/presentationml/2006/main">
  <p:tag name="ROLE" val="subtitle1"/>
</p:tagLst>
</file>

<file path=ppt/tags/tag738.xml><?xml version="1.0" encoding="utf-8"?>
<p:tagLst xmlns:a="http://schemas.openxmlformats.org/drawingml/2006/main" xmlns:r="http://schemas.openxmlformats.org/officeDocument/2006/relationships" xmlns:p="http://schemas.openxmlformats.org/presentationml/2006/main">
  <p:tag name="ROLE" val="title"/>
</p:tagLst>
</file>

<file path=ppt/tags/tag739.xml><?xml version="1.0" encoding="utf-8"?>
<p:tagLst xmlns:a="http://schemas.openxmlformats.org/drawingml/2006/main" xmlns:r="http://schemas.openxmlformats.org/officeDocument/2006/relationships" xmlns:p="http://schemas.openxmlformats.org/presentationml/2006/main">
  <p:tag name="IMAGE_SOURCE_URL" val="pexels-images"/>
</p:tagLst>
</file>

<file path=ppt/tags/tag74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41.xml><?xml version="1.0" encoding="utf-8"?>
<p:tagLst xmlns:a="http://schemas.openxmlformats.org/drawingml/2006/main" xmlns:r="http://schemas.openxmlformats.org/officeDocument/2006/relationships" xmlns:p="http://schemas.openxmlformats.org/presentationml/2006/main">
  <p:tag name="ROLE" val="footer"/>
</p:tagLst>
</file>

<file path=ppt/tags/tag74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74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744.xml><?xml version="1.0" encoding="utf-8"?>
<p:tagLst xmlns:a="http://schemas.openxmlformats.org/drawingml/2006/main" xmlns:r="http://schemas.openxmlformats.org/officeDocument/2006/relationships" xmlns:p="http://schemas.openxmlformats.org/presentationml/2006/main">
  <p:tag name="ROLE" val="subtitle1"/>
</p:tagLst>
</file>

<file path=ppt/tags/tag745.xml><?xml version="1.0" encoding="utf-8"?>
<p:tagLst xmlns:a="http://schemas.openxmlformats.org/drawingml/2006/main" xmlns:r="http://schemas.openxmlformats.org/officeDocument/2006/relationships" xmlns:p="http://schemas.openxmlformats.org/presentationml/2006/main">
  <p:tag name="ROLE" val="subtitle2"/>
</p:tagLst>
</file>

<file path=ppt/tags/tag746.xml><?xml version="1.0" encoding="utf-8"?>
<p:tagLst xmlns:a="http://schemas.openxmlformats.org/drawingml/2006/main" xmlns:r="http://schemas.openxmlformats.org/officeDocument/2006/relationships" xmlns:p="http://schemas.openxmlformats.org/presentationml/2006/main">
  <p:tag name="ROLE" val="textplaceholder3"/>
</p:tagLst>
</file>

<file path=ppt/tags/tag747.xml><?xml version="1.0" encoding="utf-8"?>
<p:tagLst xmlns:a="http://schemas.openxmlformats.org/drawingml/2006/main" xmlns:r="http://schemas.openxmlformats.org/officeDocument/2006/relationships" xmlns:p="http://schemas.openxmlformats.org/presentationml/2006/main">
  <p:tag name="ROLE" val="subtitle3"/>
</p:tagLst>
</file>

<file path=ppt/tags/tag748.xml><?xml version="1.0" encoding="utf-8"?>
<p:tagLst xmlns:a="http://schemas.openxmlformats.org/drawingml/2006/main" xmlns:r="http://schemas.openxmlformats.org/officeDocument/2006/relationships" xmlns:p="http://schemas.openxmlformats.org/presentationml/2006/main">
  <p:tag name="ROLE"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penhagen">
  <a:themeElements>
    <a:clrScheme name="Copenhagen Red">
      <a:dk1>
        <a:srgbClr val="100E13"/>
      </a:dk1>
      <a:lt1>
        <a:sysClr val="window" lastClr="FFFFFF"/>
      </a:lt1>
      <a:dk2>
        <a:srgbClr val="100E13"/>
      </a:dk2>
      <a:lt2>
        <a:srgbClr val="FFFFFF"/>
      </a:lt2>
      <a:accent1>
        <a:srgbClr val="F55551"/>
      </a:accent1>
      <a:accent2>
        <a:srgbClr val="A5A5A5"/>
      </a:accent2>
      <a:accent3>
        <a:srgbClr val="BFBFBF"/>
      </a:accent3>
      <a:accent4>
        <a:srgbClr val="D8D8D8"/>
      </a:accent4>
      <a:accent5>
        <a:srgbClr val="F2F2F2"/>
      </a:accent5>
      <a:accent6>
        <a:srgbClr val="F4F4F4"/>
      </a:accent6>
      <a:hlink>
        <a:srgbClr val="FFFFFF"/>
      </a:hlink>
      <a:folHlink>
        <a:srgbClr val="BFBFBF"/>
      </a:folHlink>
    </a:clrScheme>
    <a:fontScheme name="Copenhagen">
      <a:majorFont>
        <a:latin typeface="Segoe UI Semilight"/>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A9EA71B-23C3-824F-9130-4C9342CD8EA4}">
  <we:reference id="b976bf9e-dd87-459f-840c-210c09b36273" version="3.0.0.3" store="EXCatalog" storeType="EXCatalog"/>
  <we:alternateReferences>
    <we:reference id="WA200005566" version="3.0.0.3" store="en-IN" storeType="OMEX"/>
  </we:alternateReferences>
  <we:properties>
    <we:property name="theme" value="{&quot;name&quot;:&quot;Coral&quot;,&quot;color&quot;:&quot;#F55551&quot;,&quot;colorPalette&quot;:[&quot;100E13&quot;,&quot;FFFFFF&quot;,&quot;100E13&quot;,&quot;FFFFFF&quot;,&quot;F55551&quot;,&quot;A5A5A5&quot;,&quot;BFBFBF&quot;,&quot;D8D8D8&quot;,&quot;F2F2F2&quot;,&quot;F4F4F4&quot;,&quot;FFFFFF&quot;,&quot;BFBFBF&quot;],&quot;previewImages&quot;:[&quot;https://cpp.appsdowonders.com/assets/SlideTitle-copenhagen.png&quot;,&quot;https://cpp.appsdowonders.com/assets/SlideSummaryV2-copenhagen.png&quot;,&quot;https://cpp.appsdowonders.com/assets/SlideAgenda-copenhagen.png&quot;,&quot;https://cpp.appsdowonders.com/assets/SlideTable-copenhagen.png&quot;,&quot;https://cpp.appsdowonders.com/assets/SlideTextbox1V1-copenhagen.png&quot;,&quot;https://cpp.appsdowonders.com/assets/SlideTextbox1V2-copenhagen.png&quot;,&quot;https://cpp.appsdowonders.com/assets/SlideTextbox1V3-copenhagen.png&quot;],&quot;isDefault&quot;:true,&quot;previewAnimation&quot;:&quot;https://cpp.appsdowonders.com/assets/copenhagen-preview.gif&quot;,&quot;index&quot;:0}"/>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149</TotalTime>
  <Words>2651</Words>
  <Application>Microsoft Macintosh PowerPoint</Application>
  <PresentationFormat>Widescreen</PresentationFormat>
  <Paragraphs>215</Paragraphs>
  <Slides>44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44</vt:i4>
      </vt:variant>
    </vt:vector>
  </HeadingPairs>
  <TitlesOfParts>
    <vt:vector size="53" baseType="lpstr">
      <vt:lpstr>Aptos</vt:lpstr>
      <vt:lpstr>Aptos Display</vt:lpstr>
      <vt:lpstr>Arial</vt:lpstr>
      <vt:lpstr>Rostelecom Basis</vt:lpstr>
      <vt:lpstr>Segoe UI Semilight</vt:lpstr>
      <vt:lpstr>Tahoma</vt:lpstr>
      <vt:lpstr>Wingdings</vt:lpstr>
      <vt:lpstr>Office Theme</vt:lpstr>
      <vt:lpstr>Copenhagen</vt:lpstr>
      <vt:lpstr>E-Pravesh</vt:lpstr>
      <vt:lpstr>Visitor Challenges</vt:lpstr>
      <vt:lpstr>Solution Overview</vt:lpstr>
      <vt:lpstr>System Architecture</vt:lpstr>
      <vt:lpstr>Role-Based Access</vt:lpstr>
      <vt:lpstr>Employee Capabilities</vt:lpstr>
      <vt:lpstr>Authentication Features</vt:lpstr>
      <vt:lpstr>Visual Suggestion</vt:lpstr>
      <vt:lpstr>Confirmation &amp; Timing</vt:lpstr>
      <vt:lpstr>Real-Time Features</vt:lpstr>
      <vt:lpstr>Returning Visitor</vt:lpstr>
      <vt:lpstr>First-Time Visitor</vt:lpstr>
      <vt:lpstr>Concurrency &amp; Exceptions</vt:lpstr>
      <vt:lpstr>Rejections &amp; VIPs</vt:lpstr>
      <vt:lpstr>Firebase Storage &amp; Role</vt:lpstr>
      <vt:lpstr>FCM Notifications</vt:lpstr>
      <vt:lpstr>Employee App Flow</vt:lpstr>
      <vt:lpstr>Real-Time Sync &amp; Data Flow</vt:lpstr>
      <vt:lpstr>Gatekeeper Dashboard</vt:lpstr>
      <vt:lpstr>Visitor Registration Form</vt:lpstr>
      <vt:lpstr>Form Capabilities</vt:lpstr>
      <vt:lpstr>Photo Capture System</vt:lpstr>
      <vt:lpstr>Photo Use Cases</vt:lpstr>
      <vt:lpstr>Employee Dashboard</vt:lpstr>
      <vt:lpstr>Visitor Status Tracking</vt:lpstr>
      <vt:lpstr>Real-Time Notifications</vt:lpstr>
      <vt:lpstr>Notification Features</vt:lpstr>
      <vt:lpstr>Background Service</vt:lpstr>
      <vt:lpstr>Reliability Features</vt:lpstr>
      <vt:lpstr>Dashboard Analytics</vt:lpstr>
      <vt:lpstr>Employee Directory</vt:lpstr>
      <vt:lpstr>Technical Excellence</vt:lpstr>
      <vt:lpstr>Key Technical Features</vt:lpstr>
      <vt:lpstr>Code Quality</vt:lpstr>
      <vt:lpstr>Security Features</vt:lpstr>
      <vt:lpstr>Access &amp; Compliance</vt:lpstr>
      <vt:lpstr>Benefits by Stakeholder</vt:lpstr>
      <vt:lpstr>Roadmap &amp; Vision</vt:lpstr>
      <vt:lpstr>E-Pravesh Visitor Management</vt:lpstr>
      <vt:lpstr>Key Achievements</vt:lpstr>
      <vt:lpstr>Contact &amp; Identity</vt:lpstr>
      <vt:lpstr>Call to Action</vt:lpstr>
      <vt:lpstr>Design &amp; Branding Notes</vt:lpstr>
      <vt:lpstr>Presentation Flow &amp; 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Zek Furtado</dc:creator>
  <cp:lastModifiedBy>Zek Furtado</cp:lastModifiedBy>
  <cp:revision>1</cp:revision>
  <dcterms:created xsi:type="dcterms:W3CDTF">2026-01-16T02:50:03Z</dcterms:created>
  <dcterms:modified xsi:type="dcterms:W3CDTF">2026-01-16T05:19:41Z</dcterms:modified>
</cp:coreProperties>
</file>